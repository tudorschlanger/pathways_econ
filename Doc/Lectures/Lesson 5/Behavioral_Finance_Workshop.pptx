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0"/>
  </p:notesMasterIdLst>
  <p:sldIdLst>
    <p:sldId id="256" r:id="rId5"/>
    <p:sldId id="288" r:id="rId6"/>
    <p:sldId id="289" r:id="rId7"/>
    <p:sldId id="290" r:id="rId8"/>
    <p:sldId id="291" r:id="rId9"/>
    <p:sldId id="257" r:id="rId10"/>
    <p:sldId id="258" r:id="rId11"/>
    <p:sldId id="259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87" r:id="rId35"/>
    <p:sldId id="270" r:id="rId36"/>
    <p:sldId id="271" r:id="rId37"/>
    <p:sldId id="272" r:id="rId38"/>
    <p:sldId id="273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03745-2309-193E-738E-B56E5FD8A2D8}" v="88" dt="2026-04-23T03:36:25.472"/>
    <p1510:client id="{7440F782-B8EF-D226-391E-7F7097AF48F4}" v="28" dt="2026-04-22T15:27:33.678"/>
    <p1510:client id="{A27DA2B4-D9BC-4C8C-2B9C-11C6009C9D13}" v="293" dt="2026-04-23T13:21:19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Youdan" userId="S::youdan.zhang@yale.edu::25d99128-bcd4-4eae-8622-5efeaaf81767" providerId="AD" clId="Web-{0BF03745-2309-193E-738E-B56E5FD8A2D8}"/>
    <pc:docChg chg="addSld modSld">
      <pc:chgData name="Zhang, Youdan" userId="S::youdan.zhang@yale.edu::25d99128-bcd4-4eae-8622-5efeaaf81767" providerId="AD" clId="Web-{0BF03745-2309-193E-738E-B56E5FD8A2D8}" dt="2026-04-23T03:36:25.472" v="86" actId="1076"/>
      <pc:docMkLst>
        <pc:docMk/>
      </pc:docMkLst>
      <pc:sldChg chg="addSp modSp">
        <pc:chgData name="Zhang, Youdan" userId="S::youdan.zhang@yale.edu::25d99128-bcd4-4eae-8622-5efeaaf81767" providerId="AD" clId="Web-{0BF03745-2309-193E-738E-B56E5FD8A2D8}" dt="2026-04-23T03:36:25.472" v="86" actId="1076"/>
        <pc:sldMkLst>
          <pc:docMk/>
          <pc:sldMk cId="0" sldId="261"/>
        </pc:sldMkLst>
        <pc:picChg chg="add mod">
          <ac:chgData name="Zhang, Youdan" userId="S::youdan.zhang@yale.edu::25d99128-bcd4-4eae-8622-5efeaaf81767" providerId="AD" clId="Web-{0BF03745-2309-193E-738E-B56E5FD8A2D8}" dt="2026-04-23T03:36:25.472" v="86" actId="1076"/>
          <ac:picMkLst>
            <pc:docMk/>
            <pc:sldMk cId="0" sldId="261"/>
            <ac:picMk id="3" creationId="{7ABF7990-58DE-3CA5-7F1A-D515938A53F2}"/>
          </ac:picMkLst>
        </pc:picChg>
      </pc:sldChg>
      <pc:sldChg chg="addSp delSp modSp add replId">
        <pc:chgData name="Zhang, Youdan" userId="S::youdan.zhang@yale.edu::25d99128-bcd4-4eae-8622-5efeaaf81767" providerId="AD" clId="Web-{0BF03745-2309-193E-738E-B56E5FD8A2D8}" dt="2026-04-23T02:55:12.072" v="34" actId="14100"/>
        <pc:sldMkLst>
          <pc:docMk/>
          <pc:sldMk cId="678829647" sldId="287"/>
        </pc:sldMkLst>
        <pc:spChg chg="mod">
          <ac:chgData name="Zhang, Youdan" userId="S::youdan.zhang@yale.edu::25d99128-bcd4-4eae-8622-5efeaaf81767" providerId="AD" clId="Web-{0BF03745-2309-193E-738E-B56E5FD8A2D8}" dt="2026-04-23T02:54:30.900" v="19" actId="14100"/>
          <ac:spMkLst>
            <pc:docMk/>
            <pc:sldMk cId="678829647" sldId="287"/>
            <ac:spMk id="2" creationId="{CED001BE-703A-3D5D-479E-906AE58835CE}"/>
          </ac:spMkLst>
        </pc:spChg>
        <pc:spChg chg="del">
          <ac:chgData name="Zhang, Youdan" userId="S::youdan.zhang@yale.edu::25d99128-bcd4-4eae-8622-5efeaaf81767" providerId="AD" clId="Web-{0BF03745-2309-193E-738E-B56E5FD8A2D8}" dt="2026-04-23T02:54:35.353" v="29"/>
          <ac:spMkLst>
            <pc:docMk/>
            <pc:sldMk cId="678829647" sldId="287"/>
            <ac:spMk id="5" creationId="{DC3D90C4-E0A5-56A9-C910-EB50466218F4}"/>
          </ac:spMkLst>
        </pc:spChg>
        <pc:spChg chg="del">
          <ac:chgData name="Zhang, Youdan" userId="S::youdan.zhang@yale.edu::25d99128-bcd4-4eae-8622-5efeaaf81767" providerId="AD" clId="Web-{0BF03745-2309-193E-738E-B56E5FD8A2D8}" dt="2026-04-23T02:54:35.353" v="28"/>
          <ac:spMkLst>
            <pc:docMk/>
            <pc:sldMk cId="678829647" sldId="287"/>
            <ac:spMk id="6" creationId="{1B7FAE87-B4D2-7E66-DAC9-41E055D548BA}"/>
          </ac:spMkLst>
        </pc:spChg>
        <pc:spChg chg="del">
          <ac:chgData name="Zhang, Youdan" userId="S::youdan.zhang@yale.edu::25d99128-bcd4-4eae-8622-5efeaaf81767" providerId="AD" clId="Web-{0BF03745-2309-193E-738E-B56E5FD8A2D8}" dt="2026-04-23T02:54:35.353" v="27"/>
          <ac:spMkLst>
            <pc:docMk/>
            <pc:sldMk cId="678829647" sldId="287"/>
            <ac:spMk id="7" creationId="{6E7FE8A5-A900-5382-77C5-B2AD03BE779B}"/>
          </ac:spMkLst>
        </pc:spChg>
        <pc:spChg chg="del">
          <ac:chgData name="Zhang, Youdan" userId="S::youdan.zhang@yale.edu::25d99128-bcd4-4eae-8622-5efeaaf81767" providerId="AD" clId="Web-{0BF03745-2309-193E-738E-B56E5FD8A2D8}" dt="2026-04-23T02:54:35.337" v="26"/>
          <ac:spMkLst>
            <pc:docMk/>
            <pc:sldMk cId="678829647" sldId="287"/>
            <ac:spMk id="8" creationId="{00F28705-E3E1-8A4A-2F3E-BD263E373257}"/>
          </ac:spMkLst>
        </pc:spChg>
        <pc:spChg chg="del">
          <ac:chgData name="Zhang, Youdan" userId="S::youdan.zhang@yale.edu::25d99128-bcd4-4eae-8622-5efeaaf81767" providerId="AD" clId="Web-{0BF03745-2309-193E-738E-B56E5FD8A2D8}" dt="2026-04-23T02:54:35.337" v="25"/>
          <ac:spMkLst>
            <pc:docMk/>
            <pc:sldMk cId="678829647" sldId="287"/>
            <ac:spMk id="9" creationId="{BF529049-231C-9BF2-5765-22D79E28ABE0}"/>
          </ac:spMkLst>
        </pc:spChg>
        <pc:spChg chg="del">
          <ac:chgData name="Zhang, Youdan" userId="S::youdan.zhang@yale.edu::25d99128-bcd4-4eae-8622-5efeaaf81767" providerId="AD" clId="Web-{0BF03745-2309-193E-738E-B56E5FD8A2D8}" dt="2026-04-23T02:54:35.337" v="24"/>
          <ac:spMkLst>
            <pc:docMk/>
            <pc:sldMk cId="678829647" sldId="287"/>
            <ac:spMk id="10" creationId="{DFD8E52A-BD8E-80BB-12C6-E8F433221805}"/>
          </ac:spMkLst>
        </pc:spChg>
        <pc:spChg chg="del">
          <ac:chgData name="Zhang, Youdan" userId="S::youdan.zhang@yale.edu::25d99128-bcd4-4eae-8622-5efeaaf81767" providerId="AD" clId="Web-{0BF03745-2309-193E-738E-B56E5FD8A2D8}" dt="2026-04-23T02:54:35.337" v="23"/>
          <ac:spMkLst>
            <pc:docMk/>
            <pc:sldMk cId="678829647" sldId="287"/>
            <ac:spMk id="11" creationId="{2AE02A87-E701-6845-C216-38FDD2F189CD}"/>
          </ac:spMkLst>
        </pc:spChg>
        <pc:spChg chg="del">
          <ac:chgData name="Zhang, Youdan" userId="S::youdan.zhang@yale.edu::25d99128-bcd4-4eae-8622-5efeaaf81767" providerId="AD" clId="Web-{0BF03745-2309-193E-738E-B56E5FD8A2D8}" dt="2026-04-23T02:54:35.337" v="22"/>
          <ac:spMkLst>
            <pc:docMk/>
            <pc:sldMk cId="678829647" sldId="287"/>
            <ac:spMk id="12" creationId="{5AB6D1D7-BEF5-E754-ABEA-63EDF5C5C757}"/>
          </ac:spMkLst>
        </pc:spChg>
        <pc:spChg chg="del">
          <ac:chgData name="Zhang, Youdan" userId="S::youdan.zhang@yale.edu::25d99128-bcd4-4eae-8622-5efeaaf81767" providerId="AD" clId="Web-{0BF03745-2309-193E-738E-B56E5FD8A2D8}" dt="2026-04-23T02:54:35.337" v="21"/>
          <ac:spMkLst>
            <pc:docMk/>
            <pc:sldMk cId="678829647" sldId="287"/>
            <ac:spMk id="13" creationId="{29C16A07-6946-93F5-217D-5ACE2CD3B530}"/>
          </ac:spMkLst>
        </pc:spChg>
        <pc:spChg chg="del">
          <ac:chgData name="Zhang, Youdan" userId="S::youdan.zhang@yale.edu::25d99128-bcd4-4eae-8622-5efeaaf81767" providerId="AD" clId="Web-{0BF03745-2309-193E-738E-B56E5FD8A2D8}" dt="2026-04-23T02:54:35.337" v="20"/>
          <ac:spMkLst>
            <pc:docMk/>
            <pc:sldMk cId="678829647" sldId="287"/>
            <ac:spMk id="14" creationId="{32C77F7A-36DA-AF9D-A041-1A586B20F49D}"/>
          </ac:spMkLst>
        </pc:spChg>
        <pc:picChg chg="add mod">
          <ac:chgData name="Zhang, Youdan" userId="S::youdan.zhang@yale.edu::25d99128-bcd4-4eae-8622-5efeaaf81767" providerId="AD" clId="Web-{0BF03745-2309-193E-738E-B56E5FD8A2D8}" dt="2026-04-23T02:55:12.072" v="34" actId="14100"/>
          <ac:picMkLst>
            <pc:docMk/>
            <pc:sldMk cId="678829647" sldId="287"/>
            <ac:picMk id="3" creationId="{523F5508-46A5-ACAC-6A02-93F70837734F}"/>
          </ac:picMkLst>
        </pc:picChg>
      </pc:sldChg>
      <pc:sldChg chg="addSp delSp modSp add replId">
        <pc:chgData name="Zhang, Youdan" userId="S::youdan.zhang@yale.edu::25d99128-bcd4-4eae-8622-5efeaaf81767" providerId="AD" clId="Web-{0BF03745-2309-193E-738E-B56E5FD8A2D8}" dt="2026-04-23T03:07:06.139" v="59" actId="20577"/>
        <pc:sldMkLst>
          <pc:docMk/>
          <pc:sldMk cId="410622613" sldId="288"/>
        </pc:sldMkLst>
        <pc:spChg chg="mod">
          <ac:chgData name="Zhang, Youdan" userId="S::youdan.zhang@yale.edu::25d99128-bcd4-4eae-8622-5efeaaf81767" providerId="AD" clId="Web-{0BF03745-2309-193E-738E-B56E5FD8A2D8}" dt="2026-04-23T03:06:04.200" v="38" actId="1076"/>
          <ac:spMkLst>
            <pc:docMk/>
            <pc:sldMk cId="410622613" sldId="288"/>
            <ac:spMk id="2" creationId="{657203CC-2C67-86A9-9B44-63BF6F88B8C0}"/>
          </ac:spMkLst>
        </pc:spChg>
        <pc:spChg chg="add del mod">
          <ac:chgData name="Zhang, Youdan" userId="S::youdan.zhang@yale.edu::25d99128-bcd4-4eae-8622-5efeaaf81767" providerId="AD" clId="Web-{0BF03745-2309-193E-738E-B56E5FD8A2D8}" dt="2026-04-23T03:07:06.139" v="59" actId="20577"/>
          <ac:spMkLst>
            <pc:docMk/>
            <pc:sldMk cId="410622613" sldId="288"/>
            <ac:spMk id="3" creationId="{E61D1D7E-59F6-0ABA-B2F9-791C554B47A1}"/>
          </ac:spMkLst>
        </pc:spChg>
        <pc:spChg chg="del">
          <ac:chgData name="Zhang, Youdan" userId="S::youdan.zhang@yale.edu::25d99128-bcd4-4eae-8622-5efeaaf81767" providerId="AD" clId="Web-{0BF03745-2309-193E-738E-B56E5FD8A2D8}" dt="2026-04-23T03:05:54.606" v="36"/>
          <ac:spMkLst>
            <pc:docMk/>
            <pc:sldMk cId="410622613" sldId="288"/>
            <ac:spMk id="5" creationId="{338467F4-D2B0-9265-C069-77D130CD60F1}"/>
          </ac:spMkLst>
        </pc:spChg>
        <pc:grpChg chg="del">
          <ac:chgData name="Zhang, Youdan" userId="S::youdan.zhang@yale.edu::25d99128-bcd4-4eae-8622-5efeaaf81767" providerId="AD" clId="Web-{0BF03745-2309-193E-738E-B56E5FD8A2D8}" dt="2026-04-23T03:06:09.278" v="39"/>
          <ac:grpSpMkLst>
            <pc:docMk/>
            <pc:sldMk cId="410622613" sldId="288"/>
            <ac:grpSpMk id="14" creationId="{12BC25F3-4E4A-C725-F5C3-CD67C1647A7C}"/>
          </ac:grpSpMkLst>
        </pc:grpChg>
        <pc:picChg chg="add mod">
          <ac:chgData name="Zhang, Youdan" userId="S::youdan.zhang@yale.edu::25d99128-bcd4-4eae-8622-5efeaaf81767" providerId="AD" clId="Web-{0BF03745-2309-193E-738E-B56E5FD8A2D8}" dt="2026-04-23T03:06:57.029" v="57" actId="1076"/>
          <ac:picMkLst>
            <pc:docMk/>
            <pc:sldMk cId="410622613" sldId="288"/>
            <ac:picMk id="4" creationId="{8F624535-5C2C-8A7B-5ED4-039C551CDBA0}"/>
          </ac:picMkLst>
        </pc:picChg>
      </pc:sldChg>
      <pc:sldChg chg="addSp delSp modSp add replId">
        <pc:chgData name="Zhang, Youdan" userId="S::youdan.zhang@yale.edu::25d99128-bcd4-4eae-8622-5efeaaf81767" providerId="AD" clId="Web-{0BF03745-2309-193E-738E-B56E5FD8A2D8}" dt="2026-04-23T03:29:13.364" v="75" actId="1076"/>
        <pc:sldMkLst>
          <pc:docMk/>
          <pc:sldMk cId="1046536833" sldId="289"/>
        </pc:sldMkLst>
        <pc:spChg chg="mod">
          <ac:chgData name="Zhang, Youdan" userId="S::youdan.zhang@yale.edu::25d99128-bcd4-4eae-8622-5efeaaf81767" providerId="AD" clId="Web-{0BF03745-2309-193E-738E-B56E5FD8A2D8}" dt="2026-04-23T03:29:13.364" v="75" actId="1076"/>
          <ac:spMkLst>
            <pc:docMk/>
            <pc:sldMk cId="1046536833" sldId="289"/>
            <ac:spMk id="3" creationId="{B472DA81-C3BB-FE0A-D120-11B148036A3D}"/>
          </ac:spMkLst>
        </pc:spChg>
        <pc:picChg chg="del">
          <ac:chgData name="Zhang, Youdan" userId="S::youdan.zhang@yale.edu::25d99128-bcd4-4eae-8622-5efeaaf81767" providerId="AD" clId="Web-{0BF03745-2309-193E-738E-B56E5FD8A2D8}" dt="2026-04-23T03:27:43.661" v="61"/>
          <ac:picMkLst>
            <pc:docMk/>
            <pc:sldMk cId="1046536833" sldId="289"/>
            <ac:picMk id="4" creationId="{C84F40B0-A242-C3FA-3EB8-A570FF7C28BF}"/>
          </ac:picMkLst>
        </pc:picChg>
        <pc:picChg chg="add mod">
          <ac:chgData name="Zhang, Youdan" userId="S::youdan.zhang@yale.edu::25d99128-bcd4-4eae-8622-5efeaaf81767" providerId="AD" clId="Web-{0BF03745-2309-193E-738E-B56E5FD8A2D8}" dt="2026-04-23T03:28:37.645" v="65" actId="14100"/>
          <ac:picMkLst>
            <pc:docMk/>
            <pc:sldMk cId="1046536833" sldId="289"/>
            <ac:picMk id="5" creationId="{261860C0-DF30-321E-3236-110C7E3DE216}"/>
          </ac:picMkLst>
        </pc:picChg>
      </pc:sldChg>
    </pc:docChg>
  </pc:docChgLst>
  <pc:docChgLst>
    <pc:chgData name="Zhang, Youdan" userId="S::youdan.zhang@yale.edu::25d99128-bcd4-4eae-8622-5efeaaf81767" providerId="AD" clId="Web-{A27DA2B4-D9BC-4C8C-2B9C-11C6009C9D13}"/>
    <pc:docChg chg="addSld delSld modSld">
      <pc:chgData name="Zhang, Youdan" userId="S::youdan.zhang@yale.edu::25d99128-bcd4-4eae-8622-5efeaaf81767" providerId="AD" clId="Web-{A27DA2B4-D9BC-4C8C-2B9C-11C6009C9D13}" dt="2026-04-23T13:21:19.140" v="241" actId="1076"/>
      <pc:docMkLst>
        <pc:docMk/>
      </pc:docMkLst>
      <pc:sldChg chg="addSp delSp modSp">
        <pc:chgData name="Zhang, Youdan" userId="S::youdan.zhang@yale.edu::25d99128-bcd4-4eae-8622-5efeaaf81767" providerId="AD" clId="Web-{A27DA2B4-D9BC-4C8C-2B9C-11C6009C9D13}" dt="2026-04-23T12:39:51.274" v="103"/>
        <pc:sldMkLst>
          <pc:docMk/>
          <pc:sldMk cId="0" sldId="261"/>
        </pc:sldMkLst>
        <pc:spChg chg="mod topLvl">
          <ac:chgData name="Zhang, Youdan" userId="S::youdan.zhang@yale.edu::25d99128-bcd4-4eae-8622-5efeaaf81767" providerId="AD" clId="Web-{A27DA2B4-D9BC-4C8C-2B9C-11C6009C9D13}" dt="2026-04-23T12:33:02.852" v="44"/>
          <ac:spMkLst>
            <pc:docMk/>
            <pc:sldMk cId="0" sldId="261"/>
            <ac:spMk id="5" creationId="{00000000-0000-0000-0000-000000000000}"/>
          </ac:spMkLst>
        </pc:spChg>
        <pc:spChg chg="topLvl">
          <ac:chgData name="Zhang, Youdan" userId="S::youdan.zhang@yale.edu::25d99128-bcd4-4eae-8622-5efeaaf81767" providerId="AD" clId="Web-{A27DA2B4-D9BC-4C8C-2B9C-11C6009C9D13}" dt="2026-04-23T12:33:02.852" v="44"/>
          <ac:spMkLst>
            <pc:docMk/>
            <pc:sldMk cId="0" sldId="261"/>
            <ac:spMk id="8" creationId="{00000000-0000-0000-0000-000000000000}"/>
          </ac:spMkLst>
        </pc:spChg>
        <pc:spChg chg="topLvl">
          <ac:chgData name="Zhang, Youdan" userId="S::youdan.zhang@yale.edu::25d99128-bcd4-4eae-8622-5efeaaf81767" providerId="AD" clId="Web-{A27DA2B4-D9BC-4C8C-2B9C-11C6009C9D13}" dt="2026-04-23T12:33:02.852" v="44"/>
          <ac:spMkLst>
            <pc:docMk/>
            <pc:sldMk cId="0" sldId="261"/>
            <ac:spMk id="9" creationId="{00000000-0000-0000-0000-000000000000}"/>
          </ac:spMkLst>
        </pc:spChg>
        <pc:spChg chg="topLvl">
          <ac:chgData name="Zhang, Youdan" userId="S::youdan.zhang@yale.edu::25d99128-bcd4-4eae-8622-5efeaaf81767" providerId="AD" clId="Web-{A27DA2B4-D9BC-4C8C-2B9C-11C6009C9D13}" dt="2026-04-23T12:33:02.852" v="44"/>
          <ac:spMkLst>
            <pc:docMk/>
            <pc:sldMk cId="0" sldId="261"/>
            <ac:spMk id="10" creationId="{00000000-0000-0000-0000-000000000000}"/>
          </ac:spMkLst>
        </pc:spChg>
        <pc:spChg chg="topLvl">
          <ac:chgData name="Zhang, Youdan" userId="S::youdan.zhang@yale.edu::25d99128-bcd4-4eae-8622-5efeaaf81767" providerId="AD" clId="Web-{A27DA2B4-D9BC-4C8C-2B9C-11C6009C9D13}" dt="2026-04-23T12:33:02.852" v="44"/>
          <ac:spMkLst>
            <pc:docMk/>
            <pc:sldMk cId="0" sldId="261"/>
            <ac:spMk id="11" creationId="{00000000-0000-0000-0000-000000000000}"/>
          </ac:spMkLst>
        </pc:spChg>
        <pc:spChg chg="add del">
          <ac:chgData name="Zhang, Youdan" userId="S::youdan.zhang@yale.edu::25d99128-bcd4-4eae-8622-5efeaaf81767" providerId="AD" clId="Web-{A27DA2B4-D9BC-4C8C-2B9C-11C6009C9D13}" dt="2026-04-23T12:33:18.321" v="47"/>
          <ac:spMkLst>
            <pc:docMk/>
            <pc:sldMk cId="0" sldId="261"/>
            <ac:spMk id="22" creationId="{CF3DAEB0-16C8-ED5E-DD11-502D49CDE431}"/>
          </ac:spMkLst>
        </pc:spChg>
        <pc:grpChg chg="add del">
          <ac:chgData name="Zhang, Youdan" userId="S::youdan.zhang@yale.edu::25d99128-bcd4-4eae-8622-5efeaaf81767" providerId="AD" clId="Web-{A27DA2B4-D9BC-4C8C-2B9C-11C6009C9D13}" dt="2026-04-23T12:31:50.290" v="35"/>
          <ac:grpSpMkLst>
            <pc:docMk/>
            <pc:sldMk cId="0" sldId="261"/>
            <ac:grpSpMk id="4" creationId="{C428528E-EC9D-89D7-736E-64FF792EC201}"/>
          </ac:grpSpMkLst>
        </pc:grpChg>
        <pc:grpChg chg="add del">
          <ac:chgData name="Zhang, Youdan" userId="S::youdan.zhang@yale.edu::25d99128-bcd4-4eae-8622-5efeaaf81767" providerId="AD" clId="Web-{A27DA2B4-D9BC-4C8C-2B9C-11C6009C9D13}" dt="2026-04-23T12:33:02.852" v="44"/>
          <ac:grpSpMkLst>
            <pc:docMk/>
            <pc:sldMk cId="0" sldId="261"/>
            <ac:grpSpMk id="20" creationId="{A163137D-61C1-2254-3701-6B4593BB06F3}"/>
          </ac:grpSpMkLst>
        </pc:grpChg>
        <pc:grpChg chg="add">
          <ac:chgData name="Zhang, Youdan" userId="S::youdan.zhang@yale.edu::25d99128-bcd4-4eae-8622-5efeaaf81767" providerId="AD" clId="Web-{A27DA2B4-D9BC-4C8C-2B9C-11C6009C9D13}" dt="2026-04-23T12:33:06.837" v="45"/>
          <ac:grpSpMkLst>
            <pc:docMk/>
            <pc:sldMk cId="0" sldId="261"/>
            <ac:grpSpMk id="21" creationId="{0F24AD97-0275-1CC6-81F1-D16E8359B0CC}"/>
          </ac:grpSpMkLst>
        </pc:grpChg>
        <pc:picChg chg="del">
          <ac:chgData name="Zhang, Youdan" userId="S::youdan.zhang@yale.edu::25d99128-bcd4-4eae-8622-5efeaaf81767" providerId="AD" clId="Web-{A27DA2B4-D9BC-4C8C-2B9C-11C6009C9D13}" dt="2026-04-23T12:39:51.274" v="103"/>
          <ac:picMkLst>
            <pc:docMk/>
            <pc:sldMk cId="0" sldId="261"/>
            <ac:picMk id="3" creationId="{7ABF7990-58DE-3CA5-7F1A-D515938A53F2}"/>
          </ac:picMkLst>
        </pc:picChg>
      </pc:sldChg>
      <pc:sldChg chg="addSp delSp modSp">
        <pc:chgData name="Zhang, Youdan" userId="S::youdan.zhang@yale.edu::25d99128-bcd4-4eae-8622-5efeaaf81767" providerId="AD" clId="Web-{A27DA2B4-D9BC-4C8C-2B9C-11C6009C9D13}" dt="2026-04-23T12:40:37.961" v="110" actId="1076"/>
        <pc:sldMkLst>
          <pc:docMk/>
          <pc:sldMk cId="0" sldId="267"/>
        </pc:sldMkLst>
        <pc:spChg chg="del">
          <ac:chgData name="Zhang, Youdan" userId="S::youdan.zhang@yale.edu::25d99128-bcd4-4eae-8622-5efeaaf81767" providerId="AD" clId="Web-{A27DA2B4-D9BC-4C8C-2B9C-11C6009C9D13}" dt="2026-04-23T12:40:12.508" v="106"/>
          <ac:spMkLst>
            <pc:docMk/>
            <pc:sldMk cId="0" sldId="267"/>
            <ac:spMk id="7" creationId="{00000000-0000-0000-0000-000000000000}"/>
          </ac:spMkLst>
        </pc:spChg>
        <pc:spChg chg="del">
          <ac:chgData name="Zhang, Youdan" userId="S::youdan.zhang@yale.edu::25d99128-bcd4-4eae-8622-5efeaaf81767" providerId="AD" clId="Web-{A27DA2B4-D9BC-4C8C-2B9C-11C6009C9D13}" dt="2026-04-23T12:40:07.008" v="104"/>
          <ac:spMkLst>
            <pc:docMk/>
            <pc:sldMk cId="0" sldId="267"/>
            <ac:spMk id="12" creationId="{00000000-0000-0000-0000-000000000000}"/>
          </ac:spMkLst>
        </pc:spChg>
        <pc:spChg chg="del">
          <ac:chgData name="Zhang, Youdan" userId="S::youdan.zhang@yale.edu::25d99128-bcd4-4eae-8622-5efeaaf81767" providerId="AD" clId="Web-{A27DA2B4-D9BC-4C8C-2B9C-11C6009C9D13}" dt="2026-04-23T12:40:11.727" v="105"/>
          <ac:spMkLst>
            <pc:docMk/>
            <pc:sldMk cId="0" sldId="267"/>
            <ac:spMk id="13" creationId="{00000000-0000-0000-0000-000000000000}"/>
          </ac:spMkLst>
        </pc:spChg>
        <pc:grpChg chg="add mod">
          <ac:chgData name="Zhang, Youdan" userId="S::youdan.zhang@yale.edu::25d99128-bcd4-4eae-8622-5efeaaf81767" providerId="AD" clId="Web-{A27DA2B4-D9BC-4C8C-2B9C-11C6009C9D13}" dt="2026-04-23T12:40:27.868" v="108" actId="1076"/>
          <ac:grpSpMkLst>
            <pc:docMk/>
            <pc:sldMk cId="0" sldId="267"/>
            <ac:grpSpMk id="3" creationId="{3CB65C21-7177-B820-D78E-865C4F5B4185}"/>
          </ac:grpSpMkLst>
        </pc:grpChg>
        <pc:grpChg chg="add mod">
          <ac:chgData name="Zhang, Youdan" userId="S::youdan.zhang@yale.edu::25d99128-bcd4-4eae-8622-5efeaaf81767" providerId="AD" clId="Web-{A27DA2B4-D9BC-4C8C-2B9C-11C6009C9D13}" dt="2026-04-23T12:40:37.961" v="110" actId="1076"/>
          <ac:grpSpMkLst>
            <pc:docMk/>
            <pc:sldMk cId="0" sldId="267"/>
            <ac:grpSpMk id="4" creationId="{0B2B426B-F815-B05B-FCE6-DA0BA3098B85}"/>
          </ac:grpSpMkLst>
        </pc:grpChg>
      </pc:sldChg>
      <pc:sldChg chg="addSp delSp modSp addAnim">
        <pc:chgData name="Zhang, Youdan" userId="S::youdan.zhang@yale.edu::25d99128-bcd4-4eae-8622-5efeaaf81767" providerId="AD" clId="Web-{A27DA2B4-D9BC-4C8C-2B9C-11C6009C9D13}" dt="2026-04-23T12:34:08.118" v="65"/>
        <pc:sldMkLst>
          <pc:docMk/>
          <pc:sldMk cId="916654647" sldId="278"/>
        </pc:sldMkLst>
        <pc:spChg chg="add del">
          <ac:chgData name="Zhang, Youdan" userId="S::youdan.zhang@yale.edu::25d99128-bcd4-4eae-8622-5efeaaf81767" providerId="AD" clId="Web-{A27DA2B4-D9BC-4C8C-2B9C-11C6009C9D13}" dt="2026-04-23T12:31:36.243" v="34"/>
          <ac:spMkLst>
            <pc:docMk/>
            <pc:sldMk cId="916654647" sldId="278"/>
            <ac:spMk id="19" creationId="{8828CAAB-1986-BCFB-E95D-DBA4DD8744CD}"/>
          </ac:spMkLst>
        </pc:spChg>
        <pc:spChg chg="add del mod">
          <ac:chgData name="Zhang, Youdan" userId="S::youdan.zhang@yale.edu::25d99128-bcd4-4eae-8622-5efeaaf81767" providerId="AD" clId="Web-{A27DA2B4-D9BC-4C8C-2B9C-11C6009C9D13}" dt="2026-04-23T12:32:32.290" v="43"/>
          <ac:spMkLst>
            <pc:docMk/>
            <pc:sldMk cId="916654647" sldId="278"/>
            <ac:spMk id="20" creationId="{A5687F95-388D-2093-3944-7F7025871150}"/>
          </ac:spMkLst>
        </pc:spChg>
        <pc:spChg chg="add">
          <ac:chgData name="Zhang, Youdan" userId="S::youdan.zhang@yale.edu::25d99128-bcd4-4eae-8622-5efeaaf81767" providerId="AD" clId="Web-{A27DA2B4-D9BC-4C8C-2B9C-11C6009C9D13}" dt="2026-04-23T12:33:39.868" v="58"/>
          <ac:spMkLst>
            <pc:docMk/>
            <pc:sldMk cId="916654647" sldId="278"/>
            <ac:spMk id="22" creationId="{6EF9462D-8B64-64D8-C80D-9B83565ED445}"/>
          </ac:spMkLst>
        </pc:spChg>
        <pc:spChg chg="add">
          <ac:chgData name="Zhang, Youdan" userId="S::youdan.zhang@yale.edu::25d99128-bcd4-4eae-8622-5efeaaf81767" providerId="AD" clId="Web-{A27DA2B4-D9BC-4C8C-2B9C-11C6009C9D13}" dt="2026-04-23T12:33:39.868" v="59"/>
          <ac:spMkLst>
            <pc:docMk/>
            <pc:sldMk cId="916654647" sldId="278"/>
            <ac:spMk id="24" creationId="{BD0E988B-8620-2159-878F-1AE2655D09C8}"/>
          </ac:spMkLst>
        </pc:spChg>
        <pc:spChg chg="add">
          <ac:chgData name="Zhang, Youdan" userId="S::youdan.zhang@yale.edu::25d99128-bcd4-4eae-8622-5efeaaf81767" providerId="AD" clId="Web-{A27DA2B4-D9BC-4C8C-2B9C-11C6009C9D13}" dt="2026-04-23T12:33:39.884" v="60"/>
          <ac:spMkLst>
            <pc:docMk/>
            <pc:sldMk cId="916654647" sldId="278"/>
            <ac:spMk id="26" creationId="{D7DF6E7D-6561-19F6-5963-AAF5B1517B06}"/>
          </ac:spMkLst>
        </pc:spChg>
        <pc:spChg chg="add">
          <ac:chgData name="Zhang, Youdan" userId="S::youdan.zhang@yale.edu::25d99128-bcd4-4eae-8622-5efeaaf81767" providerId="AD" clId="Web-{A27DA2B4-D9BC-4C8C-2B9C-11C6009C9D13}" dt="2026-04-23T12:33:39.899" v="61"/>
          <ac:spMkLst>
            <pc:docMk/>
            <pc:sldMk cId="916654647" sldId="278"/>
            <ac:spMk id="28" creationId="{19B51B1A-B33B-15EA-968D-57DD45D96BA8}"/>
          </ac:spMkLst>
        </pc:spChg>
        <pc:spChg chg="add">
          <ac:chgData name="Zhang, Youdan" userId="S::youdan.zhang@yale.edu::25d99128-bcd4-4eae-8622-5efeaaf81767" providerId="AD" clId="Web-{A27DA2B4-D9BC-4C8C-2B9C-11C6009C9D13}" dt="2026-04-23T12:33:39.899" v="62"/>
          <ac:spMkLst>
            <pc:docMk/>
            <pc:sldMk cId="916654647" sldId="278"/>
            <ac:spMk id="30" creationId="{24973383-9A50-47CD-BBBE-2A88B7EEC91D}"/>
          </ac:spMkLst>
        </pc:spChg>
        <pc:grpChg chg="add mod">
          <ac:chgData name="Zhang, Youdan" userId="S::youdan.zhang@yale.edu::25d99128-bcd4-4eae-8622-5efeaaf81767" providerId="AD" clId="Web-{A27DA2B4-D9BC-4C8C-2B9C-11C6009C9D13}" dt="2026-04-23T12:34:01.430" v="64" actId="1076"/>
          <ac:grpSpMkLst>
            <pc:docMk/>
            <pc:sldMk cId="916654647" sldId="278"/>
            <ac:grpSpMk id="31" creationId="{2793F8CB-3545-8955-51E2-3FBCB3ACCF5F}"/>
          </ac:grpSpMkLst>
        </pc:grpChg>
      </pc:sldChg>
      <pc:sldChg chg="addSp delSp modSp addAnim delAnim modAnim">
        <pc:chgData name="Zhang, Youdan" userId="S::youdan.zhang@yale.edu::25d99128-bcd4-4eae-8622-5efeaaf81767" providerId="AD" clId="Web-{A27DA2B4-D9BC-4C8C-2B9C-11C6009C9D13}" dt="2026-04-23T12:39:13.008" v="95"/>
        <pc:sldMkLst>
          <pc:docMk/>
          <pc:sldMk cId="4145265248" sldId="283"/>
        </pc:sldMkLst>
        <pc:spChg chg="add del">
          <ac:chgData name="Zhang, Youdan" userId="S::youdan.zhang@yale.edu::25d99128-bcd4-4eae-8622-5efeaaf81767" providerId="AD" clId="Web-{A27DA2B4-D9BC-4C8C-2B9C-11C6009C9D13}" dt="2026-04-23T12:33:35.993" v="57"/>
          <ac:spMkLst>
            <pc:docMk/>
            <pc:sldMk cId="4145265248" sldId="283"/>
            <ac:spMk id="19" creationId="{AF0846CC-3E99-CD16-0105-02333DB8C179}"/>
          </ac:spMkLst>
        </pc:spChg>
        <pc:spChg chg="add del">
          <ac:chgData name="Zhang, Youdan" userId="S::youdan.zhang@yale.edu::25d99128-bcd4-4eae-8622-5efeaaf81767" providerId="AD" clId="Web-{A27DA2B4-D9BC-4C8C-2B9C-11C6009C9D13}" dt="2026-04-23T12:33:35.993" v="56"/>
          <ac:spMkLst>
            <pc:docMk/>
            <pc:sldMk cId="4145265248" sldId="283"/>
            <ac:spMk id="21" creationId="{02E5F986-98C6-9FED-7D75-D7FB44C8CB7F}"/>
          </ac:spMkLst>
        </pc:spChg>
        <pc:spChg chg="add del">
          <ac:chgData name="Zhang, Youdan" userId="S::youdan.zhang@yale.edu::25d99128-bcd4-4eae-8622-5efeaaf81767" providerId="AD" clId="Web-{A27DA2B4-D9BC-4C8C-2B9C-11C6009C9D13}" dt="2026-04-23T12:33:35.993" v="55"/>
          <ac:spMkLst>
            <pc:docMk/>
            <pc:sldMk cId="4145265248" sldId="283"/>
            <ac:spMk id="23" creationId="{B28810A0-A105-26AC-9EA6-DF1A8BF05EF1}"/>
          </ac:spMkLst>
        </pc:spChg>
        <pc:spChg chg="add del">
          <ac:chgData name="Zhang, Youdan" userId="S::youdan.zhang@yale.edu::25d99128-bcd4-4eae-8622-5efeaaf81767" providerId="AD" clId="Web-{A27DA2B4-D9BC-4C8C-2B9C-11C6009C9D13}" dt="2026-04-23T12:33:35.993" v="54"/>
          <ac:spMkLst>
            <pc:docMk/>
            <pc:sldMk cId="4145265248" sldId="283"/>
            <ac:spMk id="25" creationId="{86056894-16B5-FEFC-518F-F16DEE4DBBF8}"/>
          </ac:spMkLst>
        </pc:spChg>
        <pc:spChg chg="add del">
          <ac:chgData name="Zhang, Youdan" userId="S::youdan.zhang@yale.edu::25d99128-bcd4-4eae-8622-5efeaaf81767" providerId="AD" clId="Web-{A27DA2B4-D9BC-4C8C-2B9C-11C6009C9D13}" dt="2026-04-23T12:33:35.993" v="53"/>
          <ac:spMkLst>
            <pc:docMk/>
            <pc:sldMk cId="4145265248" sldId="283"/>
            <ac:spMk id="27" creationId="{7FBF012F-470C-366B-3E0D-7BAE08FD2094}"/>
          </ac:spMkLst>
        </pc:spChg>
        <pc:spChg chg="add mod">
          <ac:chgData name="Zhang, Youdan" userId="S::youdan.zhang@yale.edu::25d99128-bcd4-4eae-8622-5efeaaf81767" providerId="AD" clId="Web-{A27DA2B4-D9BC-4C8C-2B9C-11C6009C9D13}" dt="2026-04-23T12:35:50.946" v="72" actId="1076"/>
          <ac:spMkLst>
            <pc:docMk/>
            <pc:sldMk cId="4145265248" sldId="283"/>
            <ac:spMk id="29" creationId="{D372BC1B-26C7-00C2-F44F-6AB92D54A813}"/>
          </ac:spMkLst>
        </pc:spChg>
        <pc:spChg chg="add mod">
          <ac:chgData name="Zhang, Youdan" userId="S::youdan.zhang@yale.edu::25d99128-bcd4-4eae-8622-5efeaaf81767" providerId="AD" clId="Web-{A27DA2B4-D9BC-4C8C-2B9C-11C6009C9D13}" dt="2026-04-23T12:35:50.946" v="73" actId="1076"/>
          <ac:spMkLst>
            <pc:docMk/>
            <pc:sldMk cId="4145265248" sldId="283"/>
            <ac:spMk id="31" creationId="{A18E0021-B4FC-87EB-DEBC-C84C197E6A43}"/>
          </ac:spMkLst>
        </pc:spChg>
        <pc:spChg chg="add mod">
          <ac:chgData name="Zhang, Youdan" userId="S::youdan.zhang@yale.edu::25d99128-bcd4-4eae-8622-5efeaaf81767" providerId="AD" clId="Web-{A27DA2B4-D9BC-4C8C-2B9C-11C6009C9D13}" dt="2026-04-23T12:35:50.962" v="74" actId="1076"/>
          <ac:spMkLst>
            <pc:docMk/>
            <pc:sldMk cId="4145265248" sldId="283"/>
            <ac:spMk id="33" creationId="{1CC54335-E8D0-89C3-7C10-17E3F6B3819E}"/>
          </ac:spMkLst>
        </pc:spChg>
        <pc:spChg chg="add mod">
          <ac:chgData name="Zhang, Youdan" userId="S::youdan.zhang@yale.edu::25d99128-bcd4-4eae-8622-5efeaaf81767" providerId="AD" clId="Web-{A27DA2B4-D9BC-4C8C-2B9C-11C6009C9D13}" dt="2026-04-23T12:35:50.962" v="75" actId="1076"/>
          <ac:spMkLst>
            <pc:docMk/>
            <pc:sldMk cId="4145265248" sldId="283"/>
            <ac:spMk id="35" creationId="{77E0D4D0-A3B8-0B6F-03D6-FB4FA89F3223}"/>
          </ac:spMkLst>
        </pc:spChg>
        <pc:spChg chg="add mod">
          <ac:chgData name="Zhang, Youdan" userId="S::youdan.zhang@yale.edu::25d99128-bcd4-4eae-8622-5efeaaf81767" providerId="AD" clId="Web-{A27DA2B4-D9BC-4C8C-2B9C-11C6009C9D13}" dt="2026-04-23T12:35:50.977" v="76" actId="1076"/>
          <ac:spMkLst>
            <pc:docMk/>
            <pc:sldMk cId="4145265248" sldId="283"/>
            <ac:spMk id="37" creationId="{8B981141-D5FE-CB05-361B-2C8C28D42204}"/>
          </ac:spMkLst>
        </pc:spChg>
        <pc:grpChg chg="add">
          <ac:chgData name="Zhang, Youdan" userId="S::youdan.zhang@yale.edu::25d99128-bcd4-4eae-8622-5efeaaf81767" providerId="AD" clId="Web-{A27DA2B4-D9BC-4C8C-2B9C-11C6009C9D13}" dt="2026-04-23T12:38:28.102" v="92"/>
          <ac:grpSpMkLst>
            <pc:docMk/>
            <pc:sldMk cId="4145265248" sldId="283"/>
            <ac:grpSpMk id="40" creationId="{716E6217-595B-7ED0-2268-9D7B10240EC5}"/>
          </ac:grpSpMkLst>
        </pc:grpChg>
        <pc:picChg chg="add mod">
          <ac:chgData name="Zhang, Youdan" userId="S::youdan.zhang@yale.edu::25d99128-bcd4-4eae-8622-5efeaaf81767" providerId="AD" clId="Web-{A27DA2B4-D9BC-4C8C-2B9C-11C6009C9D13}" dt="2026-04-23T12:38:16.993" v="91" actId="14100"/>
          <ac:picMkLst>
            <pc:docMk/>
            <pc:sldMk cId="4145265248" sldId="283"/>
            <ac:picMk id="39" creationId="{1B61F0E9-C3E5-FDF5-D9DE-85666E3CBA7F}"/>
          </ac:picMkLst>
        </pc:picChg>
      </pc:sldChg>
      <pc:sldChg chg="addSp modSp">
        <pc:chgData name="Zhang, Youdan" userId="S::youdan.zhang@yale.edu::25d99128-bcd4-4eae-8622-5efeaaf81767" providerId="AD" clId="Web-{A27DA2B4-D9BC-4C8C-2B9C-11C6009C9D13}" dt="2026-04-23T12:39:47.196" v="102" actId="1076"/>
        <pc:sldMkLst>
          <pc:docMk/>
          <pc:sldMk cId="0" sldId="286"/>
        </pc:sldMkLst>
        <pc:spChg chg="add">
          <ac:chgData name="Zhang, Youdan" userId="S::youdan.zhang@yale.edu::25d99128-bcd4-4eae-8622-5efeaaf81767" providerId="AD" clId="Web-{A27DA2B4-D9BC-4C8C-2B9C-11C6009C9D13}" dt="2026-04-23T12:39:40.946" v="96"/>
          <ac:spMkLst>
            <pc:docMk/>
            <pc:sldMk cId="0" sldId="286"/>
            <ac:spMk id="11" creationId="{65D0239D-7F11-2007-2221-D6EE8B86F10F}"/>
          </ac:spMkLst>
        </pc:spChg>
        <pc:spChg chg="add">
          <ac:chgData name="Zhang, Youdan" userId="S::youdan.zhang@yale.edu::25d99128-bcd4-4eae-8622-5efeaaf81767" providerId="AD" clId="Web-{A27DA2B4-D9BC-4C8C-2B9C-11C6009C9D13}" dt="2026-04-23T12:39:40.946" v="97"/>
          <ac:spMkLst>
            <pc:docMk/>
            <pc:sldMk cId="0" sldId="286"/>
            <ac:spMk id="13" creationId="{A15BDB0A-C7D7-481C-31C4-C2DCA6B3AF40}"/>
          </ac:spMkLst>
        </pc:spChg>
        <pc:spChg chg="add">
          <ac:chgData name="Zhang, Youdan" userId="S::youdan.zhang@yale.edu::25d99128-bcd4-4eae-8622-5efeaaf81767" providerId="AD" clId="Web-{A27DA2B4-D9BC-4C8C-2B9C-11C6009C9D13}" dt="2026-04-23T12:39:40.961" v="98"/>
          <ac:spMkLst>
            <pc:docMk/>
            <pc:sldMk cId="0" sldId="286"/>
            <ac:spMk id="15" creationId="{7C8336D4-D527-EB2E-6F6E-8D240F31E989}"/>
          </ac:spMkLst>
        </pc:spChg>
        <pc:spChg chg="add">
          <ac:chgData name="Zhang, Youdan" userId="S::youdan.zhang@yale.edu::25d99128-bcd4-4eae-8622-5efeaaf81767" providerId="AD" clId="Web-{A27DA2B4-D9BC-4C8C-2B9C-11C6009C9D13}" dt="2026-04-23T12:39:40.961" v="99"/>
          <ac:spMkLst>
            <pc:docMk/>
            <pc:sldMk cId="0" sldId="286"/>
            <ac:spMk id="17" creationId="{3362C184-47EA-7850-A936-BA6B6CC1E3A1}"/>
          </ac:spMkLst>
        </pc:spChg>
        <pc:spChg chg="add">
          <ac:chgData name="Zhang, Youdan" userId="S::youdan.zhang@yale.edu::25d99128-bcd4-4eae-8622-5efeaaf81767" providerId="AD" clId="Web-{A27DA2B4-D9BC-4C8C-2B9C-11C6009C9D13}" dt="2026-04-23T12:39:40.977" v="100"/>
          <ac:spMkLst>
            <pc:docMk/>
            <pc:sldMk cId="0" sldId="286"/>
            <ac:spMk id="19" creationId="{9B166523-D20E-C1F1-A010-CF0D3BFD5F41}"/>
          </ac:spMkLst>
        </pc:spChg>
        <pc:grpChg chg="add mod">
          <ac:chgData name="Zhang, Youdan" userId="S::youdan.zhang@yale.edu::25d99128-bcd4-4eae-8622-5efeaaf81767" providerId="AD" clId="Web-{A27DA2B4-D9BC-4C8C-2B9C-11C6009C9D13}" dt="2026-04-23T12:39:47.196" v="102" actId="1076"/>
          <ac:grpSpMkLst>
            <pc:docMk/>
            <pc:sldMk cId="0" sldId="286"/>
            <ac:grpSpMk id="20" creationId="{4077673E-A88C-CE8C-31BE-B2CF9256C6FE}"/>
          </ac:grpSpMkLst>
        </pc:grpChg>
      </pc:sldChg>
      <pc:sldChg chg="modSp">
        <pc:chgData name="Zhang, Youdan" userId="S::youdan.zhang@yale.edu::25d99128-bcd4-4eae-8622-5efeaaf81767" providerId="AD" clId="Web-{A27DA2B4-D9BC-4C8C-2B9C-11C6009C9D13}" dt="2026-04-23T12:29:51.634" v="30" actId="20577"/>
        <pc:sldMkLst>
          <pc:docMk/>
          <pc:sldMk cId="1046536833" sldId="289"/>
        </pc:sldMkLst>
        <pc:spChg chg="mod">
          <ac:chgData name="Zhang, Youdan" userId="S::youdan.zhang@yale.edu::25d99128-bcd4-4eae-8622-5efeaaf81767" providerId="AD" clId="Web-{A27DA2B4-D9BC-4C8C-2B9C-11C6009C9D13}" dt="2026-04-23T12:29:51.634" v="30" actId="20577"/>
          <ac:spMkLst>
            <pc:docMk/>
            <pc:sldMk cId="1046536833" sldId="289"/>
            <ac:spMk id="3" creationId="{B472DA81-C3BB-FE0A-D120-11B148036A3D}"/>
          </ac:spMkLst>
        </pc:spChg>
      </pc:sldChg>
      <pc:sldChg chg="addSp delSp modSp add replId">
        <pc:chgData name="Zhang, Youdan" userId="S::youdan.zhang@yale.edu::25d99128-bcd4-4eae-8622-5efeaaf81767" providerId="AD" clId="Web-{A27DA2B4-D9BC-4C8C-2B9C-11C6009C9D13}" dt="2026-04-23T12:44:55.273" v="121" actId="1076"/>
        <pc:sldMkLst>
          <pc:docMk/>
          <pc:sldMk cId="4115043902" sldId="290"/>
        </pc:sldMkLst>
        <pc:picChg chg="add mod">
          <ac:chgData name="Zhang, Youdan" userId="S::youdan.zhang@yale.edu::25d99128-bcd4-4eae-8622-5efeaaf81767" providerId="AD" clId="Web-{A27DA2B4-D9BC-4C8C-2B9C-11C6009C9D13}" dt="2026-04-23T12:44:55.273" v="121" actId="1076"/>
          <ac:picMkLst>
            <pc:docMk/>
            <pc:sldMk cId="4115043902" sldId="290"/>
            <ac:picMk id="4" creationId="{936C0481-E7DD-CDCE-CE12-E10B1D31B8C8}"/>
          </ac:picMkLst>
        </pc:picChg>
        <pc:picChg chg="del">
          <ac:chgData name="Zhang, Youdan" userId="S::youdan.zhang@yale.edu::25d99128-bcd4-4eae-8622-5efeaaf81767" providerId="AD" clId="Web-{A27DA2B4-D9BC-4C8C-2B9C-11C6009C9D13}" dt="2026-04-23T12:42:21.321" v="111"/>
          <ac:picMkLst>
            <pc:docMk/>
            <pc:sldMk cId="4115043902" sldId="290"/>
            <ac:picMk id="5" creationId="{881525F0-B742-1B64-E14D-71AADAF1109C}"/>
          </ac:picMkLst>
        </pc:picChg>
      </pc:sldChg>
      <pc:sldChg chg="add del replId">
        <pc:chgData name="Zhang, Youdan" userId="S::youdan.zhang@yale.edu::25d99128-bcd4-4eae-8622-5efeaaf81767" providerId="AD" clId="Web-{A27DA2B4-D9BC-4C8C-2B9C-11C6009C9D13}" dt="2026-04-23T12:51:46.272" v="123"/>
        <pc:sldMkLst>
          <pc:docMk/>
          <pc:sldMk cId="321575787" sldId="291"/>
        </pc:sldMkLst>
      </pc:sldChg>
      <pc:sldChg chg="addSp delSp modSp add replId">
        <pc:chgData name="Zhang, Youdan" userId="S::youdan.zhang@yale.edu::25d99128-bcd4-4eae-8622-5efeaaf81767" providerId="AD" clId="Web-{A27DA2B4-D9BC-4C8C-2B9C-11C6009C9D13}" dt="2026-04-23T13:21:19.140" v="241" actId="1076"/>
        <pc:sldMkLst>
          <pc:docMk/>
          <pc:sldMk cId="2161856022" sldId="291"/>
        </pc:sldMkLst>
        <pc:spChg chg="mod">
          <ac:chgData name="Zhang, Youdan" userId="S::youdan.zhang@yale.edu::25d99128-bcd4-4eae-8622-5efeaaf81767" providerId="AD" clId="Web-{A27DA2B4-D9BC-4C8C-2B9C-11C6009C9D13}" dt="2026-04-23T12:53:18.412" v="139" actId="20577"/>
          <ac:spMkLst>
            <pc:docMk/>
            <pc:sldMk cId="2161856022" sldId="291"/>
            <ac:spMk id="3" creationId="{B033D735-1E59-D48D-87AA-DFFE855FF16E}"/>
          </ac:spMkLst>
        </pc:spChg>
        <pc:spChg chg="add mod">
          <ac:chgData name="Zhang, Youdan" userId="S::youdan.zhang@yale.edu::25d99128-bcd4-4eae-8622-5efeaaf81767" providerId="AD" clId="Web-{A27DA2B4-D9BC-4C8C-2B9C-11C6009C9D13}" dt="2026-04-23T13:20:53.625" v="233" actId="1076"/>
          <ac:spMkLst>
            <pc:docMk/>
            <pc:sldMk cId="2161856022" sldId="291"/>
            <ac:spMk id="4" creationId="{2C671720-EA5A-CFEB-E7C4-8012EBB0848E}"/>
          </ac:spMkLst>
        </pc:spChg>
        <pc:picChg chg="del">
          <ac:chgData name="Zhang, Youdan" userId="S::youdan.zhang@yale.edu::25d99128-bcd4-4eae-8622-5efeaaf81767" providerId="AD" clId="Web-{A27DA2B4-D9BC-4C8C-2B9C-11C6009C9D13}" dt="2026-04-23T12:51:57.084" v="125"/>
          <ac:picMkLst>
            <pc:docMk/>
            <pc:sldMk cId="2161856022" sldId="291"/>
            <ac:picMk id="4" creationId="{04914875-40DB-EA14-5016-7BE027E16C70}"/>
          </ac:picMkLst>
        </pc:picChg>
        <pc:picChg chg="add mod">
          <ac:chgData name="Zhang, Youdan" userId="S::youdan.zhang@yale.edu::25d99128-bcd4-4eae-8622-5efeaaf81767" providerId="AD" clId="Web-{A27DA2B4-D9BC-4C8C-2B9C-11C6009C9D13}" dt="2026-04-23T13:21:19.140" v="241" actId="1076"/>
          <ac:picMkLst>
            <pc:docMk/>
            <pc:sldMk cId="2161856022" sldId="291"/>
            <ac:picMk id="5" creationId="{FDC0DA78-AE90-57AD-0532-AB74B7A1D349}"/>
          </ac:picMkLst>
        </pc:picChg>
      </pc:sldChg>
    </pc:docChg>
  </pc:docChgLst>
  <pc:docChgLst>
    <pc:chgData name="Zhang, Youdan" userId="S::youdan.zhang@yale.edu::25d99128-bcd4-4eae-8622-5efeaaf81767" providerId="AD" clId="Web-{7440F782-B8EF-D226-391E-7F7097AF48F4}"/>
    <pc:docChg chg="modSld">
      <pc:chgData name="Zhang, Youdan" userId="S::youdan.zhang@yale.edu::25d99128-bcd4-4eae-8622-5efeaaf81767" providerId="AD" clId="Web-{7440F782-B8EF-D226-391E-7F7097AF48F4}" dt="2026-04-22T15:27:33.678" v="27" actId="1076"/>
      <pc:docMkLst>
        <pc:docMk/>
      </pc:docMkLst>
      <pc:sldChg chg="modSp">
        <pc:chgData name="Zhang, Youdan" userId="S::youdan.zhang@yale.edu::25d99128-bcd4-4eae-8622-5efeaaf81767" providerId="AD" clId="Web-{7440F782-B8EF-D226-391E-7F7097AF48F4}" dt="2026-04-22T15:27:33.678" v="27" actId="1076"/>
        <pc:sldMkLst>
          <pc:docMk/>
          <pc:sldMk cId="0" sldId="263"/>
        </pc:sldMkLst>
        <pc:spChg chg="mod">
          <ac:chgData name="Zhang, Youdan" userId="S::youdan.zhang@yale.edu::25d99128-bcd4-4eae-8622-5efeaaf81767" providerId="AD" clId="Web-{7440F782-B8EF-D226-391E-7F7097AF48F4}" dt="2026-04-22T15:27:33.678" v="27" actId="107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Zhang, Youdan" userId="S::youdan.zhang@yale.edu::25d99128-bcd4-4eae-8622-5efeaaf81767" providerId="AD" clId="Web-{7440F782-B8EF-D226-391E-7F7097AF48F4}" dt="2026-04-22T15:26:13.944" v="10" actId="20577"/>
          <ac:spMkLst>
            <pc:docMk/>
            <pc:sldMk cId="0" sldId="263"/>
            <ac:spMk id="28" creationId="{1FFAF2A3-FF9A-5A1C-D368-879ED6C3CD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126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>
                <a:solidFill>
                  <a:srgbClr val="19324A"/>
                </a:solidFill>
              </a:rPr>
              <a:t>We will start from your instincts, then connect them to the rational benchmark, behavioral biases, and investor behavior.</a:t>
            </a:r>
            <a:endParaRPr lang="en-US" altLang="zh-CN" sz="12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2DB96-D7E2-44E4-32CD-F691245FA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7230B-12D7-930C-85A8-DC3C641A2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0E661-D8BC-8D12-8496-0EC4A6147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E13E8-AB51-9FDC-444A-5EEF87704E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993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48F2-A0DA-0B08-6991-6F5E4F93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1623FC-D2D3-4FC0-6293-CBB35A309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EF95D-1AB9-2FC2-DFE3-F96CAEAD3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38AD1-6F58-418D-B0E6-AEBCCFFA9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90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BBF8-CBB5-CC21-F589-84A66EDC5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2EDC2-8828-13B5-627A-646720044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1FD0E7-C996-A562-6768-61CF99450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9A59D-6060-B986-70B9-020E13B2A1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54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C684C-8B3B-9CFC-27EA-B11B56B8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AAF4C-7A1C-5857-0F0D-9209A19D2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8E602-6434-ACC2-D424-BA971CE1C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B9205-869C-8B9F-3001-CD549A29E9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81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0B5AE-9E30-178D-16D2-7D459CB2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19BF8-670F-7C5F-9638-34E052C7D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E7E7A3-1855-3897-E447-01A4DCC9A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362C-9F3D-1FEB-2954-17E7FE80A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56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7D4BF-6327-5625-D452-C74A15BC6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EC96A2-2CB7-EE98-95AB-4CBAA321C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11BC1-FB4A-97E7-9957-BB3960FD9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C02F5-B08A-5078-D029-BEE9288F4C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527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7F477-977C-22CF-683B-CC4B91DA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CCBA5-58F2-4C85-3A93-84E8CB2B7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57B07-4FE7-C0A3-653F-0C3794330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0348C0-339B-F31B-111F-0B14844C8D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902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40908-DE59-5794-0B2D-68AF1D582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AEECA-CA08-2F7B-6B4B-925D88B0C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F2D56-BB70-8058-8E73-93873CCE0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7E5FD-7E95-10BB-16EB-C96415F65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500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200">
                <a:solidFill>
                  <a:srgbClr val="19324A"/>
                </a:solidFill>
              </a:rPr>
              <a:t>Do not explain too much between stations.</a:t>
            </a:r>
            <a:r>
              <a:rPr lang="en-US" altLang="zh-CN" sz="1200">
                <a:solidFill>
                  <a:schemeClr val="tx1"/>
                </a:solidFill>
              </a:rPr>
              <a:t> </a:t>
            </a:r>
            <a:r>
              <a:rPr lang="en-US" altLang="zh-CN" sz="1200">
                <a:solidFill>
                  <a:srgbClr val="19324A"/>
                </a:solidFill>
              </a:rPr>
              <a:t>Let students notice that the same class can be cautious in one frame and risk-seeking in another.</a:t>
            </a:r>
            <a:endParaRPr lang="en-US" altLang="zh-CN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>
                <a:solidFill>
                  <a:srgbClr val="C98A2E"/>
                </a:solidFill>
              </a:rPr>
              <a:t>This is a bridge to anchoring, mental accounting, and the disposition effect.</a:t>
            </a:r>
            <a:endParaRPr lang="en-US" altLang="zh-CN" sz="1200" b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957E9-5374-5130-D942-967C72554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C9D239-783B-68E6-589E-D4C94EC8E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A49BD5-5A92-15B7-5E20-210CBDBE4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>
                <a:solidFill>
                  <a:srgbClr val="C98A2E"/>
                </a:solidFill>
              </a:rPr>
              <a:t>This is a bridge to anchoring, mental accounting, and the disposition effect.</a:t>
            </a:r>
            <a:endParaRPr lang="en-US" altLang="zh-CN" sz="1200" b="0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5EDA6-0388-0D2D-9B55-024159EF1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571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F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 w="12700">
            <a:solidFill>
              <a:srgbClr val="F7F3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94360" y="6355080"/>
            <a:ext cx="10972800" cy="0"/>
          </a:xfrm>
          <a:prstGeom prst="line">
            <a:avLst/>
          </a:prstGeom>
          <a:noFill/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kTxx_Jpnpn0?start=7&amp;feature=oembed" TargetMode="Externa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OGp-d9XCSn8?feature=oembed" TargetMode="External"/><Relationship Id="rId6" Type="http://schemas.openxmlformats.org/officeDocument/2006/relationships/image" Target="../media/image11.jpeg"/><Relationship Id="rId5" Type="http://schemas.openxmlformats.org/officeDocument/2006/relationships/image" Target="../media/image9.svg"/><Relationship Id="rId4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boCy670pSRM?feature=oembed" TargetMode="External"/><Relationship Id="rId4" Type="http://schemas.openxmlformats.org/officeDocument/2006/relationships/image" Target="../media/image17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914400"/>
            <a:ext cx="42976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Smart People</a:t>
            </a:r>
            <a:endParaRPr lang="en-US" sz="4800"/>
          </a:p>
          <a:p>
            <a:pPr marL="0" indent="0">
              <a:buNone/>
            </a:pPr>
            <a:r>
              <a:rPr lang="en-US" sz="48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Weird Money Decisions</a:t>
            </a:r>
            <a:endParaRPr lang="en-US" sz="4800"/>
          </a:p>
        </p:txBody>
      </p:sp>
      <p:sp>
        <p:nvSpPr>
          <p:cNvPr id="6" name="Text 4"/>
          <p:cNvSpPr/>
          <p:nvPr/>
        </p:nvSpPr>
        <p:spPr>
          <a:xfrm>
            <a:off x="914399" y="3639908"/>
            <a:ext cx="3188473" cy="625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C98A2E"/>
                </a:solidFill>
              </a:rPr>
              <a:t>Core question</a:t>
            </a:r>
            <a:endParaRPr lang="en-US" sz="3200"/>
          </a:p>
        </p:txBody>
      </p:sp>
      <p:sp>
        <p:nvSpPr>
          <p:cNvPr id="7" name="Text 5"/>
          <p:cNvSpPr/>
          <p:nvPr/>
        </p:nvSpPr>
        <p:spPr>
          <a:xfrm>
            <a:off x="914400" y="4279392"/>
            <a:ext cx="5650992" cy="1119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E1E1E"/>
                </a:solidFill>
              </a:rPr>
              <a:t>If people are predictably human with money, can those mistakes move markets?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7315200" y="1081377"/>
            <a:ext cx="2359550" cy="399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F7E79"/>
                </a:solidFill>
              </a:rPr>
              <a:t>Three forces</a:t>
            </a:r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7315200" y="1633496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DFE9F4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315200" y="2820924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7E8C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7315200" y="411480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E2EEE6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420356" y="193852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9324A"/>
                </a:solidFill>
              </a:rPr>
              <a:t>Instincts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8764524" y="1759226"/>
            <a:ext cx="206634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E1E1E"/>
                </a:solidFill>
              </a:rPr>
              <a:t>What feels right in the moment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7420356" y="3070794"/>
            <a:ext cx="1344168" cy="413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9324A"/>
                </a:solidFill>
              </a:rPr>
              <a:t>Probability</a:t>
            </a:r>
            <a:endParaRPr lang="en-US" sz="1900"/>
          </a:p>
        </p:txBody>
      </p:sp>
      <p:sp>
        <p:nvSpPr>
          <p:cNvPr id="15" name="Text 13"/>
          <p:cNvSpPr/>
          <p:nvPr/>
        </p:nvSpPr>
        <p:spPr>
          <a:xfrm>
            <a:off x="8764524" y="2985516"/>
            <a:ext cx="1970333" cy="654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E1E1E"/>
                </a:solidFill>
              </a:rPr>
              <a:t>How we misread risk, odds, and streaks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7443216" y="4389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9324A"/>
                </a:solidFill>
              </a:rPr>
              <a:t>Emotion</a:t>
            </a:r>
            <a:endParaRPr lang="en-US" sz="1900"/>
          </a:p>
        </p:txBody>
      </p:sp>
      <p:sp>
        <p:nvSpPr>
          <p:cNvPr id="17" name="Text 15"/>
          <p:cNvSpPr/>
          <p:nvPr/>
        </p:nvSpPr>
        <p:spPr>
          <a:xfrm>
            <a:off x="8769295" y="4265676"/>
            <a:ext cx="206634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E1E1E"/>
                </a:solidFill>
              </a:rPr>
              <a:t>Why gains and losses feel different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86BD4-A0F4-CFE9-E196-019D43A7B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7203CC-2C67-86A9-9B44-63BF6F88B8C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1D1D7E-59F6-0ABA-B2F9-791C554B47A1}"/>
              </a:ext>
            </a:extLst>
          </p:cNvPr>
          <p:cNvSpPr/>
          <p:nvPr/>
        </p:nvSpPr>
        <p:spPr>
          <a:xfrm>
            <a:off x="754748" y="31053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213547"/>
                </a:solidFill>
              </a:rPr>
              <a:t>What is stock?</a:t>
            </a:r>
            <a:endParaRPr lang="en-US" sz="2400" b="1" dirty="0">
              <a:solidFill>
                <a:srgbClr val="213547"/>
              </a:solidFill>
            </a:endParaRPr>
          </a:p>
        </p:txBody>
      </p:sp>
      <p:pic>
        <p:nvPicPr>
          <p:cNvPr id="4" name="联机媒体 3" title="What are Stocks? And How do They Work?">
            <a:hlinkClick r:id="" action="ppaction://noaction"/>
            <a:extLst>
              <a:ext uri="{FF2B5EF4-FFF2-40B4-BE49-F238E27FC236}">
                <a16:creationId xmlns:a16="http://schemas.microsoft.com/office/drawing/2014/main" id="{8F624535-5C2C-8A7B-5ED4-039C551CDBA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405400" y="888357"/>
            <a:ext cx="9710738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2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A9AFB-E8C9-0A3D-5C37-A87C3276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75FBF8-24A3-5820-3002-3AF93A0ECA5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472DA81-C3BB-FE0A-D120-11B148036A3D}"/>
              </a:ext>
            </a:extLst>
          </p:cNvPr>
          <p:cNvSpPr/>
          <p:nvPr/>
        </p:nvSpPr>
        <p:spPr>
          <a:xfrm>
            <a:off x="774039" y="1272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13547"/>
                </a:solidFill>
              </a:rPr>
              <a:t>Will you </a:t>
            </a:r>
            <a:r>
              <a:rPr lang="en-US" sz="2400" b="1">
                <a:solidFill>
                  <a:srgbClr val="213547"/>
                </a:solidFill>
              </a:rPr>
              <a:t>participant? If yes, when?</a:t>
            </a:r>
          </a:p>
        </p:txBody>
      </p:sp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261860C0-DF30-321E-3236-110C7E3DE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592" y="777312"/>
            <a:ext cx="9549475" cy="595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3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4E43B-D7FB-F932-0ADE-27DFFB04E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131499-0F41-F861-0217-12F2C72879F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D1202C-E3E9-51D2-BCB0-BD8C80BB5524}"/>
              </a:ext>
            </a:extLst>
          </p:cNvPr>
          <p:cNvSpPr/>
          <p:nvPr/>
        </p:nvSpPr>
        <p:spPr>
          <a:xfrm>
            <a:off x="774039" y="12727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213547"/>
                </a:solidFill>
              </a:rPr>
              <a:t>Will you </a:t>
            </a:r>
            <a:r>
              <a:rPr lang="en-US" sz="2400" b="1">
                <a:solidFill>
                  <a:srgbClr val="213547"/>
                </a:solidFill>
              </a:rPr>
              <a:t>participant? If yes, when?</a:t>
            </a:r>
          </a:p>
        </p:txBody>
      </p:sp>
      <p:pic>
        <p:nvPicPr>
          <p:cNvPr id="4" name="图片 3" descr="图表, 直方图&#10;&#10;AI 生成的内容可能不正确。">
            <a:extLst>
              <a:ext uri="{FF2B5EF4-FFF2-40B4-BE49-F238E27FC236}">
                <a16:creationId xmlns:a16="http://schemas.microsoft.com/office/drawing/2014/main" id="{936C0481-E7DD-CDCE-CE12-E10B1D31B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83" y="849458"/>
            <a:ext cx="10331162" cy="495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43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A4B51-AC00-9CEB-9767-35E0010AC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AE25A2-912B-7DFF-9491-F8AD27938C2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33D735-1E59-D48D-87AA-DFFE855FF16E}"/>
              </a:ext>
            </a:extLst>
          </p:cNvPr>
          <p:cNvSpPr/>
          <p:nvPr/>
        </p:nvSpPr>
        <p:spPr>
          <a:xfrm>
            <a:off x="754748" y="31053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213547"/>
                </a:solidFill>
              </a:rPr>
              <a:t>Game: Mock Exchange</a:t>
            </a:r>
            <a:endParaRPr lang="en-US" sz="2400" b="1" dirty="0">
              <a:solidFill>
                <a:srgbClr val="213547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C671720-EA5A-CFEB-E7C4-8012EBB0848E}"/>
              </a:ext>
            </a:extLst>
          </p:cNvPr>
          <p:cNvSpPr txBox="1"/>
          <p:nvPr/>
        </p:nvSpPr>
        <p:spPr>
          <a:xfrm>
            <a:off x="871169" y="1034852"/>
            <a:ext cx="5341891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100" b="1">
                <a:ea typeface="等线"/>
              </a:rPr>
              <a:t>Goal</a:t>
            </a:r>
            <a:r>
              <a:rPr lang="zh-CN" altLang="en-US" sz="2100">
                <a:ea typeface="等线"/>
              </a:rPr>
              <a:t>: </a:t>
            </a:r>
            <a:r>
              <a:rPr lang="zh-CN" sz="2100">
                <a:ea typeface="等线"/>
              </a:rPr>
              <a:t>Make the highest final wealth.</a:t>
            </a:r>
            <a:endParaRPr lang="zh-CN" altLang="en-US" sz="2100">
              <a:ea typeface="等线"/>
            </a:endParaRPr>
          </a:p>
          <a:p>
            <a:endParaRPr lang="zh-CN" sz="2100" dirty="0">
              <a:ea typeface="等线"/>
            </a:endParaRPr>
          </a:p>
          <a:p>
            <a:r>
              <a:rPr lang="zh-CN" altLang="en-US" sz="2100" b="1">
                <a:ea typeface="等线"/>
              </a:rPr>
              <a:t>Setup</a:t>
            </a:r>
            <a:r>
              <a:rPr lang="zh-CN" altLang="en-US" sz="2100">
                <a:ea typeface="等线"/>
              </a:rPr>
              <a:t>:</a:t>
            </a:r>
            <a:endParaRPr lang="zh-CN" altLang="en-US" sz="2100" dirty="0">
              <a:ea typeface="等线"/>
            </a:endParaRPr>
          </a:p>
          <a:p>
            <a:pPr marL="285750" indent="-285750">
              <a:buFont typeface="Arial"/>
              <a:buChar char="•"/>
            </a:pPr>
            <a:r>
              <a:rPr lang="zh-CN" sz="2100">
                <a:ea typeface="等线"/>
              </a:rPr>
              <a:t>3 groups</a:t>
            </a:r>
            <a:r>
              <a:rPr lang="en-US" altLang="zh-CN" sz="2100">
                <a:ea typeface="等线"/>
              </a:rPr>
              <a:t>,</a:t>
            </a:r>
            <a:r>
              <a:rPr lang="zh-CN" altLang="en-US" sz="2100" dirty="0">
                <a:ea typeface="等线"/>
              </a:rPr>
              <a:t> </a:t>
            </a:r>
            <a:r>
              <a:rPr lang="en-US" altLang="zh-CN" sz="2100">
                <a:ea typeface="等线"/>
              </a:rPr>
              <a:t>d</a:t>
            </a:r>
            <a:r>
              <a:rPr lang="zh-CN" sz="2100">
                <a:ea typeface="等线"/>
              </a:rPr>
              <a:t>ifferent starting positions</a:t>
            </a:r>
            <a:endParaRPr lang="zh-CN" altLang="en-US" sz="2100">
              <a:ea typeface="等线"/>
            </a:endParaRPr>
          </a:p>
          <a:p>
            <a:pPr marL="285750" indent="-285750">
              <a:buFont typeface="Arial"/>
              <a:buChar char="•"/>
            </a:pPr>
            <a:r>
              <a:rPr lang="zh-CN" sz="2100">
                <a:ea typeface="等线"/>
              </a:rPr>
              <a:t>3 stocks</a:t>
            </a:r>
            <a:r>
              <a:rPr lang="en-US" altLang="zh-CN" sz="2100">
                <a:ea typeface="等线"/>
              </a:rPr>
              <a:t>,</a:t>
            </a:r>
            <a:r>
              <a:rPr lang="zh-CN" altLang="en-US" sz="2100" dirty="0">
                <a:ea typeface="等线"/>
              </a:rPr>
              <a:t> </a:t>
            </a:r>
            <a:r>
              <a:rPr lang="zh-CN" sz="2100">
                <a:ea typeface="等线"/>
              </a:rPr>
              <a:t>1 share per stock only</a:t>
            </a:r>
            <a:endParaRPr lang="zh-CN" altLang="en-US" sz="2100">
              <a:ea typeface="等线"/>
            </a:endParaRPr>
          </a:p>
          <a:p>
            <a:pPr marL="285750" indent="-285750">
              <a:buFont typeface="Arial"/>
              <a:buChar char="•"/>
            </a:pPr>
            <a:endParaRPr lang="zh-CN" altLang="en-US" sz="2100" dirty="0">
              <a:ea typeface="等线"/>
            </a:endParaRPr>
          </a:p>
          <a:p>
            <a:r>
              <a:rPr lang="zh-CN" altLang="en-US" sz="2100" b="1">
                <a:ea typeface="等线"/>
              </a:rPr>
              <a:t>Each round</a:t>
            </a:r>
            <a:endParaRPr lang="zh-CN"/>
          </a:p>
          <a:p>
            <a:pPr marL="285750" indent="-285750">
              <a:buFont typeface="Arial"/>
              <a:buChar char="•"/>
            </a:pPr>
            <a:r>
              <a:rPr lang="zh-CN" sz="2100">
                <a:ea typeface="等线"/>
              </a:rPr>
              <a:t>See current prices</a:t>
            </a:r>
            <a:endParaRPr lang="zh-CN" altLang="en-US" sz="2100">
              <a:ea typeface="等线"/>
            </a:endParaRPr>
          </a:p>
          <a:p>
            <a:pPr marL="285750" indent="-285750">
              <a:buFont typeface="Arial"/>
              <a:buChar char="•"/>
            </a:pPr>
            <a:r>
              <a:rPr lang="zh-CN" sz="2100">
                <a:ea typeface="等线"/>
              </a:rPr>
              <a:t>Discuss as a group</a:t>
            </a:r>
            <a:endParaRPr lang="zh-CN" altLang="en-US" sz="2100">
              <a:ea typeface="等线"/>
            </a:endParaRPr>
          </a:p>
          <a:p>
            <a:pPr marL="285750" indent="-285750">
              <a:buFont typeface="Arial"/>
              <a:buChar char="•"/>
            </a:pPr>
            <a:r>
              <a:rPr lang="zh-CN" sz="2100">
                <a:ea typeface="等线"/>
              </a:rPr>
              <a:t>Buy, sell, trade, or hold</a:t>
            </a:r>
            <a:endParaRPr lang="zh-CN" altLang="en-US" sz="2100">
              <a:ea typeface="等线"/>
            </a:endParaRPr>
          </a:p>
          <a:p>
            <a:pPr marL="285750" indent="-285750">
              <a:buFont typeface="Arial"/>
              <a:buChar char="•"/>
            </a:pPr>
            <a:endParaRPr lang="zh-CN" altLang="en-US" sz="2100" dirty="0">
              <a:ea typeface="等线"/>
            </a:endParaRPr>
          </a:p>
          <a:p>
            <a:r>
              <a:rPr lang="zh-CN" altLang="en-US" sz="2100" b="1">
                <a:ea typeface="等线"/>
              </a:rPr>
              <a:t>Rules</a:t>
            </a:r>
            <a:endParaRPr lang="zh-CN"/>
          </a:p>
          <a:p>
            <a:pPr marL="285750" indent="-285750">
              <a:buFont typeface="Arial"/>
              <a:buChar char="•"/>
            </a:pPr>
            <a:r>
              <a:rPr lang="zh-CN" altLang="en-US" sz="2100">
                <a:ea typeface="等线"/>
              </a:rPr>
              <a:t>Can bid for a stock</a:t>
            </a:r>
            <a:endParaRPr lang="zh-CN" altLang="en-US" sz="2100" dirty="0">
              <a:ea typeface="等线"/>
            </a:endParaRPr>
          </a:p>
          <a:p>
            <a:pPr marL="285750" indent="-285750">
              <a:buFont typeface="Arial"/>
              <a:buChar char="•"/>
            </a:pPr>
            <a:r>
              <a:rPr lang="zh-CN" sz="2100">
                <a:ea typeface="等线"/>
              </a:rPr>
              <a:t>Final wealth = cash + stock value</a:t>
            </a:r>
            <a:br>
              <a:rPr lang="zh-CN" altLang="en-US" dirty="0">
                <a:ea typeface="等线"/>
              </a:rPr>
            </a:br>
            <a:endParaRPr lang="zh-CN" altLang="en-US">
              <a:ea typeface="等线"/>
            </a:endParaRPr>
          </a:p>
        </p:txBody>
      </p:sp>
      <p:pic>
        <p:nvPicPr>
          <p:cNvPr id="5" name="图片 4" descr="许多人站在建筑前&#10;&#10;AI 生成的内容可能不正确。">
            <a:extLst>
              <a:ext uri="{FF2B5EF4-FFF2-40B4-BE49-F238E27FC236}">
                <a16:creationId xmlns:a16="http://schemas.microsoft.com/office/drawing/2014/main" id="{FDC0DA78-AE90-57AD-0532-AB74B7A1D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796" y="774359"/>
            <a:ext cx="5995928" cy="491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5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F7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I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utility: the rational benchmark</a:t>
            </a:r>
            <a:endParaRPr lang="en-US" sz="250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053328" y="123444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38254" y="1298448"/>
            <a:ext cx="468331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9324A"/>
                </a:solidFill>
              </a:rPr>
              <a:t>The classic model says a</a:t>
            </a:r>
            <a:r>
              <a:rPr lang="en-US" altLang="zh-CN" sz="1900" b="1">
                <a:solidFill>
                  <a:srgbClr val="19324A"/>
                </a:solidFill>
              </a:rPr>
              <a:t>n</a:t>
            </a:r>
            <a:r>
              <a:rPr lang="en-US" sz="1900" b="1">
                <a:solidFill>
                  <a:srgbClr val="19324A"/>
                </a:solidFill>
              </a:rPr>
              <a:t> investor:</a:t>
            </a:r>
            <a:endParaRPr lang="en-US" sz="1900"/>
          </a:p>
        </p:txBody>
      </p:sp>
      <p:sp>
        <p:nvSpPr>
          <p:cNvPr id="9" name="Shape 7"/>
          <p:cNvSpPr/>
          <p:nvPr/>
        </p:nvSpPr>
        <p:spPr>
          <a:xfrm>
            <a:off x="1051560" y="2029968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43584" y="1867365"/>
            <a:ext cx="41788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calculates probabilities</a:t>
            </a:r>
            <a:endParaRPr lang="en-US" sz="2100"/>
          </a:p>
        </p:txBody>
      </p:sp>
      <p:sp>
        <p:nvSpPr>
          <p:cNvPr id="11" name="Shape 9"/>
          <p:cNvSpPr/>
          <p:nvPr/>
        </p:nvSpPr>
        <p:spPr>
          <a:xfrm>
            <a:off x="1051560" y="2560320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243584" y="2415015"/>
            <a:ext cx="4315968" cy="356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weighs outcomes by value</a:t>
            </a:r>
            <a:endParaRPr lang="en-US" sz="2100"/>
          </a:p>
        </p:txBody>
      </p:sp>
      <p:sp>
        <p:nvSpPr>
          <p:cNvPr id="13" name="Shape 11"/>
          <p:cNvSpPr/>
          <p:nvPr/>
        </p:nvSpPr>
        <p:spPr>
          <a:xfrm>
            <a:off x="1051560" y="3090672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243584" y="2913357"/>
            <a:ext cx="4315968" cy="667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the option with the highest expected utility</a:t>
            </a:r>
            <a:endParaRPr lang="en-US" sz="2100"/>
          </a:p>
        </p:txBody>
      </p:sp>
      <p:sp>
        <p:nvSpPr>
          <p:cNvPr id="15" name="Shape 13"/>
          <p:cNvSpPr/>
          <p:nvPr/>
        </p:nvSpPr>
        <p:spPr>
          <a:xfrm>
            <a:off x="1051560" y="3913632"/>
            <a:ext cx="4343400" cy="0"/>
          </a:xfrm>
          <a:prstGeom prst="line">
            <a:avLst/>
          </a:prstGeom>
          <a:noFill/>
          <a:ln w="1270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51560" y="40782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F7E79"/>
                </a:solidFill>
              </a:rPr>
              <a:t>Shortcut translation: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1051560" y="4430268"/>
            <a:ext cx="41605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>
                <a:solidFill>
                  <a:srgbClr val="1E1E1E"/>
                </a:solidFill>
              </a:rPr>
              <a:t>“A calm calculator who makes consistent choices.”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6596004" y="1463040"/>
            <a:ext cx="2126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9324A"/>
                </a:solidFill>
              </a:rPr>
              <a:t>Quick example</a:t>
            </a:r>
            <a:endParaRPr lang="en-US" sz="200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EC89379-70A0-2C0D-A4D8-1D204CC00CDD}"/>
              </a:ext>
            </a:extLst>
          </p:cNvPr>
          <p:cNvGrpSpPr/>
          <p:nvPr/>
        </p:nvGrpSpPr>
        <p:grpSpPr>
          <a:xfrm>
            <a:off x="6694998" y="2029968"/>
            <a:ext cx="960120" cy="310896"/>
            <a:chOff x="6400800" y="2029968"/>
            <a:chExt cx="960120" cy="310896"/>
          </a:xfrm>
        </p:grpSpPr>
        <p:sp>
          <p:nvSpPr>
            <p:cNvPr id="19" name="Shape 17"/>
            <p:cNvSpPr/>
            <p:nvPr/>
          </p:nvSpPr>
          <p:spPr>
            <a:xfrm>
              <a:off x="6400800" y="2029968"/>
              <a:ext cx="960120" cy="310896"/>
            </a:xfrm>
            <a:prstGeom prst="roundRect">
              <a:avLst>
                <a:gd name="adj" fmla="val 20588"/>
              </a:avLst>
            </a:prstGeom>
            <a:solidFill>
              <a:srgbClr val="2F7E79"/>
            </a:solidFill>
            <a:ln w="12700">
              <a:solidFill>
                <a:srgbClr val="2F7E79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6446520" y="2075688"/>
              <a:ext cx="8686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Option A</a:t>
              </a:r>
              <a:endParaRPr lang="en-US" sz="1200"/>
            </a:p>
          </p:txBody>
        </p:sp>
      </p:grpSp>
      <p:sp>
        <p:nvSpPr>
          <p:cNvPr id="21" name="Text 19"/>
          <p:cNvSpPr/>
          <p:nvPr/>
        </p:nvSpPr>
        <p:spPr>
          <a:xfrm>
            <a:off x="6596004" y="2454511"/>
            <a:ext cx="12404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1E1E"/>
                </a:solidFill>
              </a:rPr>
              <a:t>$500 for sure</a:t>
            </a:r>
            <a:endParaRPr lang="en-US" sz="220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6D367D2-A1D0-3A81-1AC0-3C7BFB71CC57}"/>
              </a:ext>
            </a:extLst>
          </p:cNvPr>
          <p:cNvGrpSpPr/>
          <p:nvPr/>
        </p:nvGrpSpPr>
        <p:grpSpPr>
          <a:xfrm>
            <a:off x="9712519" y="2002536"/>
            <a:ext cx="960120" cy="310896"/>
            <a:chOff x="8686800" y="2029968"/>
            <a:chExt cx="960120" cy="310896"/>
          </a:xfrm>
        </p:grpSpPr>
        <p:sp>
          <p:nvSpPr>
            <p:cNvPr id="22" name="Shape 20"/>
            <p:cNvSpPr/>
            <p:nvPr/>
          </p:nvSpPr>
          <p:spPr>
            <a:xfrm>
              <a:off x="8686800" y="2029968"/>
              <a:ext cx="960120" cy="310896"/>
            </a:xfrm>
            <a:prstGeom prst="roundRect">
              <a:avLst>
                <a:gd name="adj" fmla="val 20588"/>
              </a:avLst>
            </a:prstGeom>
            <a:solidFill>
              <a:srgbClr val="C98A2E"/>
            </a:solidFill>
            <a:ln w="12700">
              <a:solidFill>
                <a:srgbClr val="C98A2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8732520" y="2075688"/>
              <a:ext cx="8686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Option B</a:t>
              </a:r>
              <a:endParaRPr lang="en-US" sz="1200"/>
            </a:p>
          </p:txBody>
        </p:sp>
      </p:grpSp>
      <p:sp>
        <p:nvSpPr>
          <p:cNvPr id="24" name="Text 22"/>
          <p:cNvSpPr/>
          <p:nvPr/>
        </p:nvSpPr>
        <p:spPr>
          <a:xfrm>
            <a:off x="9366636" y="2500231"/>
            <a:ext cx="1773803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1E1E"/>
                </a:solidFill>
              </a:rPr>
              <a:t>50% chance of $1000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6694998" y="3204972"/>
            <a:ext cx="4365266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E1E1E"/>
                </a:solidFill>
              </a:rPr>
              <a:t>If both options have the same expected value, the model expects stable, logical reasoning.</a:t>
            </a:r>
            <a:endParaRPr lang="en-US" sz="2000"/>
          </a:p>
        </p:txBody>
      </p:sp>
      <p:sp>
        <p:nvSpPr>
          <p:cNvPr id="28" name="Shape 26"/>
          <p:cNvSpPr/>
          <p:nvPr/>
        </p:nvSpPr>
        <p:spPr>
          <a:xfrm>
            <a:off x="7360920" y="4251960"/>
            <a:ext cx="2926080" cy="914400"/>
          </a:xfrm>
          <a:prstGeom prst="cloud">
            <a:avLst/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7525512" y="4398264"/>
            <a:ext cx="25968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drama. No gut feeling. Just consistent choice.</a:t>
            </a:r>
            <a:endParaRPr lang="en-US" sz="170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F7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I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 do people actually choose like that?</a:t>
            </a:r>
            <a:endParaRPr lang="en-US" sz="250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794760" cy="443484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754880" y="1325880"/>
            <a:ext cx="66751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0120" y="155725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9324A"/>
                </a:solidFill>
              </a:rPr>
              <a:t>Expected utility assumes:</a:t>
            </a:r>
            <a:endParaRPr lang="en-US" sz="200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25A51BD-65FE-3302-68D7-166775E78C0B}"/>
              </a:ext>
            </a:extLst>
          </p:cNvPr>
          <p:cNvGrpSpPr/>
          <p:nvPr/>
        </p:nvGrpSpPr>
        <p:grpSpPr>
          <a:xfrm>
            <a:off x="1031682" y="2286243"/>
            <a:ext cx="3226242" cy="397761"/>
            <a:chOff x="1051560" y="1978686"/>
            <a:chExt cx="3226242" cy="397761"/>
          </a:xfrm>
        </p:grpSpPr>
        <p:sp>
          <p:nvSpPr>
            <p:cNvPr id="9" name="Shape 7"/>
            <p:cNvSpPr/>
            <p:nvPr/>
          </p:nvSpPr>
          <p:spPr>
            <a:xfrm>
              <a:off x="1051560" y="2148840"/>
              <a:ext cx="73152" cy="73152"/>
            </a:xfrm>
            <a:prstGeom prst="ellipse">
              <a:avLst/>
            </a:prstGeom>
            <a:solidFill>
              <a:srgbClr val="C98A2E"/>
            </a:solidFill>
            <a:ln w="12700">
              <a:solidFill>
                <a:srgbClr val="C98A2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1216152" y="1978686"/>
              <a:ext cx="3061650" cy="3977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>
                  <a:solidFill>
                    <a:srgbClr val="1E1E1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beliefs update correctly</a:t>
              </a:r>
              <a:endParaRPr lang="en-US" sz="200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CF00945-DC0A-833A-166A-97C28F625AE7}"/>
              </a:ext>
            </a:extLst>
          </p:cNvPr>
          <p:cNvGrpSpPr/>
          <p:nvPr/>
        </p:nvGrpSpPr>
        <p:grpSpPr>
          <a:xfrm>
            <a:off x="995106" y="3332508"/>
            <a:ext cx="3291840" cy="493776"/>
            <a:chOff x="1051560" y="2542627"/>
            <a:chExt cx="3291840" cy="493776"/>
          </a:xfrm>
        </p:grpSpPr>
        <p:sp>
          <p:nvSpPr>
            <p:cNvPr id="11" name="Shape 9"/>
            <p:cNvSpPr/>
            <p:nvPr/>
          </p:nvSpPr>
          <p:spPr>
            <a:xfrm>
              <a:off x="1051560" y="2752344"/>
              <a:ext cx="73152" cy="73152"/>
            </a:xfrm>
            <a:prstGeom prst="ellipse">
              <a:avLst/>
            </a:prstGeom>
            <a:solidFill>
              <a:srgbClr val="C98A2E"/>
            </a:solidFill>
            <a:ln w="12700">
              <a:solidFill>
                <a:srgbClr val="C98A2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1216152" y="2542627"/>
              <a:ext cx="3127248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>
                  <a:solidFill>
                    <a:srgbClr val="1E1E1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the same choice frame gives the same answer</a:t>
              </a:r>
              <a:endParaRPr lang="en-US" sz="200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FDCBD1A-8246-62F6-7B1B-B564A93F4A99}"/>
              </a:ext>
            </a:extLst>
          </p:cNvPr>
          <p:cNvGrpSpPr/>
          <p:nvPr/>
        </p:nvGrpSpPr>
        <p:grpSpPr>
          <a:xfrm>
            <a:off x="1051560" y="4453535"/>
            <a:ext cx="3235386" cy="529758"/>
            <a:chOff x="1051560" y="3218688"/>
            <a:chExt cx="3235386" cy="529758"/>
          </a:xfrm>
        </p:grpSpPr>
        <p:sp>
          <p:nvSpPr>
            <p:cNvPr id="13" name="Shape 11"/>
            <p:cNvSpPr/>
            <p:nvPr/>
          </p:nvSpPr>
          <p:spPr>
            <a:xfrm>
              <a:off x="1051560" y="3355848"/>
              <a:ext cx="73152" cy="73152"/>
            </a:xfrm>
            <a:prstGeom prst="ellipse">
              <a:avLst/>
            </a:prstGeom>
            <a:solidFill>
              <a:srgbClr val="C98A2E"/>
            </a:solidFill>
            <a:ln w="12700">
              <a:solidFill>
                <a:srgbClr val="C98A2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1225296" y="3218688"/>
              <a:ext cx="3061650" cy="529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>
                  <a:solidFill>
                    <a:srgbClr val="1E1E1E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emotion stays mostly in the background</a:t>
              </a:r>
              <a:endParaRPr lang="en-US" sz="2000"/>
            </a:p>
          </p:txBody>
        </p:sp>
      </p:grpSp>
      <p:sp>
        <p:nvSpPr>
          <p:cNvPr id="16" name="Text 14"/>
          <p:cNvSpPr/>
          <p:nvPr/>
        </p:nvSpPr>
        <p:spPr>
          <a:xfrm>
            <a:off x="5074920" y="1557258"/>
            <a:ext cx="26495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9324A"/>
                </a:solidFill>
              </a:rPr>
              <a:t>Three steps</a:t>
            </a:r>
            <a:endParaRPr lang="en-US" sz="2000"/>
          </a:p>
        </p:txBody>
      </p:sp>
      <p:sp>
        <p:nvSpPr>
          <p:cNvPr id="17" name="Shape 15"/>
          <p:cNvSpPr/>
          <p:nvPr/>
        </p:nvSpPr>
        <p:spPr>
          <a:xfrm>
            <a:off x="5061204" y="2306434"/>
            <a:ext cx="1828800" cy="2606040"/>
          </a:xfrm>
          <a:prstGeom prst="roundRect">
            <a:avLst>
              <a:gd name="adj" fmla="val 4000"/>
            </a:avLst>
          </a:prstGeom>
          <a:solidFill>
            <a:srgbClr val="F7E8C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136892" y="2306434"/>
            <a:ext cx="1828800" cy="2606040"/>
          </a:xfrm>
          <a:prstGeom prst="roundRect">
            <a:avLst>
              <a:gd name="adj" fmla="val 4000"/>
            </a:avLst>
          </a:prstGeom>
          <a:solidFill>
            <a:srgbClr val="DFE9F4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9221724" y="2306434"/>
            <a:ext cx="1828800" cy="2606040"/>
          </a:xfrm>
          <a:prstGeom prst="roundRect">
            <a:avLst>
              <a:gd name="adj" fmla="val 4000"/>
            </a:avLst>
          </a:prstGeom>
          <a:solidFill>
            <a:srgbClr val="E2EEE6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74920" y="2705431"/>
            <a:ext cx="1801368" cy="14471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the possible outcomes and probabilities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7210044" y="2778583"/>
            <a:ext cx="1645920" cy="14540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1E1E"/>
                </a:solidFill>
              </a:rPr>
              <a:t>Calculate</a:t>
            </a:r>
            <a:r>
              <a:rPr lang="en-US">
                <a:solidFill>
                  <a:srgbClr val="1E1E1E"/>
                </a:solidFill>
              </a:rPr>
              <a:t> the outcomes’ expected values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9298643" y="2707608"/>
            <a:ext cx="1719943" cy="13677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altLang="zh-CN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option with the highest value</a:t>
            </a:r>
            <a:endParaRPr lang="en-US" altLang="zh-CN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Warm-up: test that model with your own instincts.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749808" y="141732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352544" y="141732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7955280" y="1417320"/>
            <a:ext cx="3474720" cy="43891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932688" y="1682496"/>
            <a:ext cx="329184" cy="310896"/>
          </a:xfrm>
          <a:prstGeom prst="roundRect">
            <a:avLst>
              <a:gd name="adj" fmla="val 20588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8408" y="172821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535424" y="1682496"/>
            <a:ext cx="329184" cy="310896"/>
          </a:xfrm>
          <a:prstGeom prst="roundRect">
            <a:avLst>
              <a:gd name="adj" fmla="val 20588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581144" y="172821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8138160" y="1682496"/>
            <a:ext cx="329184" cy="310896"/>
          </a:xfrm>
          <a:prstGeom prst="roundRect">
            <a:avLst>
              <a:gd name="adj" fmla="val 20588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183880" y="1728216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1115568" y="2420983"/>
            <a:ext cx="2697480" cy="18309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</a:rPr>
              <a:t>$500 for sure</a:t>
            </a:r>
            <a:endParaRPr lang="en-US" sz="2400"/>
          </a:p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</a:rPr>
              <a:t>or </a:t>
            </a:r>
          </a:p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</a:rPr>
              <a:t>50% chance</a:t>
            </a:r>
            <a:endParaRPr lang="en-US" sz="2400"/>
          </a:p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</a:rPr>
              <a:t>of $1000?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718304" y="2418806"/>
            <a:ext cx="2825496" cy="1833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</a:rPr>
              <a:t>Would you accept</a:t>
            </a:r>
            <a:endParaRPr lang="en-US" sz="2400"/>
          </a:p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</a:rPr>
              <a:t>a 50:50 bet:</a:t>
            </a:r>
            <a:endParaRPr lang="en-US" sz="2400"/>
          </a:p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</a:rPr>
              <a:t>win $110 / lose $100?</a:t>
            </a:r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8321040" y="2459735"/>
            <a:ext cx="2755392" cy="1743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</a:rPr>
              <a:t>After H–H–H,</a:t>
            </a:r>
            <a:endParaRPr lang="en-US" sz="2400"/>
          </a:p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</a:rPr>
              <a:t>what about the next</a:t>
            </a:r>
            <a:endParaRPr lang="en-US" sz="2400"/>
          </a:p>
          <a:p>
            <a:pPr marL="0" indent="0" algn="ctr">
              <a:buNone/>
            </a:pPr>
            <a:r>
              <a:rPr lang="en-US" sz="2400" b="1">
                <a:solidFill>
                  <a:srgbClr val="000000"/>
                </a:solidFill>
              </a:rPr>
              <a:t>coin flip?</a:t>
            </a:r>
            <a:endParaRPr lang="en-US" sz="2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4039" y="426285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1: coin flips</a:t>
            </a:r>
            <a:endParaRPr lang="en-US" sz="220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C845193-E002-BB8D-4DB5-026F4B8F3549}"/>
              </a:ext>
            </a:extLst>
          </p:cNvPr>
          <p:cNvGrpSpPr/>
          <p:nvPr/>
        </p:nvGrpSpPr>
        <p:grpSpPr>
          <a:xfrm>
            <a:off x="609447" y="1417320"/>
            <a:ext cx="5486400" cy="4251960"/>
            <a:chOff x="822960" y="1417320"/>
            <a:chExt cx="5486400" cy="4251960"/>
          </a:xfrm>
        </p:grpSpPr>
        <p:sp>
          <p:nvSpPr>
            <p:cNvPr id="5" name="Shape 3"/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1</a:t>
              </a:r>
              <a:endParaRPr lang="en-US" sz="850"/>
            </a:p>
          </p:txBody>
        </p:sp>
        <p:sp>
          <p:nvSpPr>
            <p:cNvPr id="9" name="Text 6"/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E5DED1"/>
            </a:solidFill>
            <a:ln>
              <a:solidFill>
                <a:srgbClr val="E5DED1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6F7E8D"/>
                  </a:solidFill>
                </a:rPr>
                <a:t>Click 2</a:t>
              </a:r>
              <a:endParaRPr lang="en-US" sz="850"/>
            </a:p>
          </p:txBody>
        </p:sp>
        <p:sp>
          <p:nvSpPr>
            <p:cNvPr id="10" name="Text 7"/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E5DED1"/>
            </a:solidFill>
            <a:ln>
              <a:solidFill>
                <a:srgbClr val="E5DED1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6F7E8D"/>
                  </a:solidFill>
                </a:rPr>
                <a:t>Click 3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4039" y="41757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1: coin flips</a:t>
            </a:r>
            <a:endParaRPr lang="en-US" sz="220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C53E039-09C6-447D-08C4-A24165AC6C4E}"/>
              </a:ext>
            </a:extLst>
          </p:cNvPr>
          <p:cNvGrpSpPr/>
          <p:nvPr/>
        </p:nvGrpSpPr>
        <p:grpSpPr>
          <a:xfrm>
            <a:off x="609447" y="1417320"/>
            <a:ext cx="5486400" cy="4251960"/>
            <a:chOff x="822960" y="1417320"/>
            <a:chExt cx="5486400" cy="4251960"/>
          </a:xfrm>
        </p:grpSpPr>
        <p:sp>
          <p:nvSpPr>
            <p:cNvPr id="5" name="Shape 3"/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1</a:t>
              </a:r>
              <a:endParaRPr lang="en-US" sz="850"/>
            </a:p>
          </p:txBody>
        </p:sp>
        <p:sp>
          <p:nvSpPr>
            <p:cNvPr id="9" name="Text 6"/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2</a:t>
              </a:r>
              <a:endParaRPr lang="en-US" sz="850"/>
            </a:p>
          </p:txBody>
        </p:sp>
        <p:sp>
          <p:nvSpPr>
            <p:cNvPr id="10" name="Text 7"/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E5DED1"/>
            </a:solidFill>
            <a:ln>
              <a:solidFill>
                <a:srgbClr val="E5DED1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6F7E8D"/>
                  </a:solidFill>
                </a:rPr>
                <a:t>Click 3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9532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1: coin flips</a:t>
            </a:r>
            <a:endParaRPr lang="en-US" sz="220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EBE3FB8-F033-AF9B-B3F9-4387DDD8D89F}"/>
              </a:ext>
            </a:extLst>
          </p:cNvPr>
          <p:cNvGrpSpPr/>
          <p:nvPr/>
        </p:nvGrpSpPr>
        <p:grpSpPr>
          <a:xfrm>
            <a:off x="609447" y="1417320"/>
            <a:ext cx="5486400" cy="4251960"/>
            <a:chOff x="822960" y="1417320"/>
            <a:chExt cx="5486400" cy="4251960"/>
          </a:xfrm>
        </p:grpSpPr>
        <p:sp>
          <p:nvSpPr>
            <p:cNvPr id="5" name="Shape 3"/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1</a:t>
              </a:r>
              <a:endParaRPr lang="en-US" sz="850"/>
            </a:p>
          </p:txBody>
        </p:sp>
        <p:sp>
          <p:nvSpPr>
            <p:cNvPr id="9" name="Text 6"/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2</a:t>
              </a:r>
              <a:endParaRPr lang="en-US" sz="850"/>
            </a:p>
          </p:txBody>
        </p:sp>
        <p:sp>
          <p:nvSpPr>
            <p:cNvPr id="10" name="Text 7"/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3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34562-D4F5-8126-C955-9415710CB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6DBBBE-365E-4626-B9D6-BDBD2A583F2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752559-302F-C7FA-98D2-E454E6610F40}"/>
              </a:ext>
            </a:extLst>
          </p:cNvPr>
          <p:cNvSpPr/>
          <p:nvPr/>
        </p:nvSpPr>
        <p:spPr>
          <a:xfrm>
            <a:off x="675055" y="40233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1: coin flips</a:t>
            </a:r>
            <a:endParaRPr lang="en-US" sz="220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F7CBB50-320D-0EEC-07DB-3C861DC72E45}"/>
              </a:ext>
            </a:extLst>
          </p:cNvPr>
          <p:cNvGrpSpPr/>
          <p:nvPr/>
        </p:nvGrpSpPr>
        <p:grpSpPr>
          <a:xfrm>
            <a:off x="510463" y="1417320"/>
            <a:ext cx="11170767" cy="4251960"/>
            <a:chOff x="822960" y="1417320"/>
            <a:chExt cx="11170767" cy="425196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34DE7195-CC0C-E39E-E400-587EBE6FC33D}"/>
                </a:ext>
              </a:extLst>
            </p:cNvPr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4599297F-B368-F7BD-B5BE-ECCB99147F03}"/>
                </a:ext>
              </a:extLst>
            </p:cNvPr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7" name="Image 0" descr="preencoded.png">
              <a:extLst>
                <a:ext uri="{FF2B5EF4-FFF2-40B4-BE49-F238E27FC236}">
                  <a16:creationId xmlns:a16="http://schemas.microsoft.com/office/drawing/2014/main" id="{DDA949E5-9435-E5F9-9FF7-E8F0C12DAE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3DB6B25F-B7FE-77F6-992C-716632FD0C6E}"/>
                </a:ext>
              </a:extLst>
            </p:cNvPr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1</a:t>
              </a:r>
              <a:endParaRPr lang="en-US" sz="85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88FF3B71-ADFC-24A2-D976-BEA460EA932E}"/>
                </a:ext>
              </a:extLst>
            </p:cNvPr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2</a:t>
              </a:r>
              <a:endParaRPr lang="en-US" sz="85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A12D0B92-72CA-D048-C3C5-3783171F84E4}"/>
                </a:ext>
              </a:extLst>
            </p:cNvPr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3</a:t>
              </a:r>
              <a:endParaRPr lang="en-US" sz="850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1DE0037-2BB4-1FB5-8227-F915D1BBD48F}"/>
                </a:ext>
              </a:extLst>
            </p:cNvPr>
            <p:cNvGrpSpPr/>
            <p:nvPr/>
          </p:nvGrpSpPr>
          <p:grpSpPr>
            <a:xfrm>
              <a:off x="6507327" y="1417320"/>
              <a:ext cx="5486400" cy="4251960"/>
              <a:chOff x="822960" y="1417320"/>
              <a:chExt cx="5486400" cy="4251960"/>
            </a:xfrm>
          </p:grpSpPr>
          <p:sp>
            <p:nvSpPr>
              <p:cNvPr id="11" name="Shape 3">
                <a:extLst>
                  <a:ext uri="{FF2B5EF4-FFF2-40B4-BE49-F238E27FC236}">
                    <a16:creationId xmlns:a16="http://schemas.microsoft.com/office/drawing/2014/main" id="{B0E06E26-121F-4E62-FEF1-2FFFE01F5593}"/>
                  </a:ext>
                </a:extLst>
              </p:cNvPr>
              <p:cNvSpPr/>
              <p:nvPr/>
            </p:nvSpPr>
            <p:spPr>
              <a:xfrm>
                <a:off x="822960" y="1417320"/>
                <a:ext cx="5486400" cy="4251960"/>
              </a:xfrm>
              <a:prstGeom prst="roundRect">
                <a:avLst>
                  <a:gd name="adj" fmla="val 1720"/>
                </a:avLst>
              </a:prstGeom>
              <a:solidFill>
                <a:srgbClr val="FFFFFF"/>
              </a:solidFill>
              <a:ln w="12700">
                <a:solidFill>
                  <a:srgbClr val="E5DED1"/>
                </a:solidFill>
                <a:prstDash val="solid"/>
              </a:ln>
              <a:effectLst>
                <a:outerShdw blurRad="12700" dist="6350" dir="27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Text 4">
                <a:extLst>
                  <a:ext uri="{FF2B5EF4-FFF2-40B4-BE49-F238E27FC236}">
                    <a16:creationId xmlns:a16="http://schemas.microsoft.com/office/drawing/2014/main" id="{3372CB92-F35D-B5D5-2DFE-C423F25EB77F}"/>
                  </a:ext>
                </a:extLst>
              </p:cNvPr>
              <p:cNvSpPr/>
              <p:nvPr/>
            </p:nvSpPr>
            <p:spPr>
              <a:xfrm>
                <a:off x="987552" y="1554480"/>
                <a:ext cx="515721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>
                    <a:solidFill>
                      <a:srgbClr val="213547"/>
                    </a:solidFill>
                  </a:rPr>
                  <a:t>Live reveal</a:t>
                </a:r>
                <a:endParaRPr lang="en-US" sz="1200"/>
              </a:p>
            </p:txBody>
          </p:sp>
          <p:pic>
            <p:nvPicPr>
              <p:cNvPr id="13" name="Image 0" descr="preencoded.png">
                <a:extLst>
                  <a:ext uri="{FF2B5EF4-FFF2-40B4-BE49-F238E27FC236}">
                    <a16:creationId xmlns:a16="http://schemas.microsoft.com/office/drawing/2014/main" id="{6AE5C2B4-13D6-1F6E-8667-35A25F510E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828800" y="2468880"/>
                <a:ext cx="3474720" cy="1828800"/>
              </a:xfrm>
              <a:prstGeom prst="rect">
                <a:avLst/>
              </a:prstGeom>
            </p:spPr>
          </p:pic>
          <p:sp>
            <p:nvSpPr>
              <p:cNvPr id="14" name="Text 5">
                <a:extLst>
                  <a:ext uri="{FF2B5EF4-FFF2-40B4-BE49-F238E27FC236}">
                    <a16:creationId xmlns:a16="http://schemas.microsoft.com/office/drawing/2014/main" id="{ED1A6852-35AC-5576-097E-C22D1FBA9C71}"/>
                  </a:ext>
                </a:extLst>
              </p:cNvPr>
              <p:cNvSpPr/>
              <p:nvPr/>
            </p:nvSpPr>
            <p:spPr>
              <a:xfrm>
                <a:off x="1417320" y="4553712"/>
                <a:ext cx="1005840" cy="256032"/>
              </a:xfrm>
              <a:prstGeom prst="rect">
                <a:avLst/>
              </a:prstGeom>
              <a:solidFill>
                <a:srgbClr val="2E8B7F"/>
              </a:solidFill>
              <a:ln>
                <a:solidFill>
                  <a:srgbClr val="2E8B7F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b="1">
                    <a:solidFill>
                      <a:srgbClr val="FFFFFF"/>
                    </a:solidFill>
                  </a:rPr>
                  <a:t>Click 1</a:t>
                </a:r>
                <a:endParaRPr lang="en-US" sz="850"/>
              </a:p>
            </p:txBody>
          </p:sp>
          <p:sp>
            <p:nvSpPr>
              <p:cNvPr id="15" name="Text 6">
                <a:extLst>
                  <a:ext uri="{FF2B5EF4-FFF2-40B4-BE49-F238E27FC236}">
                    <a16:creationId xmlns:a16="http://schemas.microsoft.com/office/drawing/2014/main" id="{1DFC78CA-785E-D77C-9EE9-D51E84B8A3C9}"/>
                  </a:ext>
                </a:extLst>
              </p:cNvPr>
              <p:cNvSpPr/>
              <p:nvPr/>
            </p:nvSpPr>
            <p:spPr>
              <a:xfrm>
                <a:off x="2743200" y="4553712"/>
                <a:ext cx="1005840" cy="256032"/>
              </a:xfrm>
              <a:prstGeom prst="rect">
                <a:avLst/>
              </a:prstGeom>
              <a:solidFill>
                <a:srgbClr val="E5DED1"/>
              </a:solidFill>
              <a:ln>
                <a:solidFill>
                  <a:srgbClr val="E5DED1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b="1">
                    <a:solidFill>
                      <a:srgbClr val="6F7E8D"/>
                    </a:solidFill>
                  </a:rPr>
                  <a:t>Click 2</a:t>
                </a:r>
                <a:endParaRPr lang="en-US" sz="850"/>
              </a:p>
            </p:txBody>
          </p:sp>
          <p:sp>
            <p:nvSpPr>
              <p:cNvPr id="16" name="Text 7">
                <a:extLst>
                  <a:ext uri="{FF2B5EF4-FFF2-40B4-BE49-F238E27FC236}">
                    <a16:creationId xmlns:a16="http://schemas.microsoft.com/office/drawing/2014/main" id="{E3739BAB-4EDC-873E-68A5-7C6B58F7FD53}"/>
                  </a:ext>
                </a:extLst>
              </p:cNvPr>
              <p:cNvSpPr/>
              <p:nvPr/>
            </p:nvSpPr>
            <p:spPr>
              <a:xfrm>
                <a:off x="4069080" y="4553712"/>
                <a:ext cx="1005840" cy="256032"/>
              </a:xfrm>
              <a:prstGeom prst="rect">
                <a:avLst/>
              </a:prstGeom>
              <a:solidFill>
                <a:srgbClr val="E5DED1"/>
              </a:solidFill>
              <a:ln>
                <a:solidFill>
                  <a:srgbClr val="E5DED1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b="1">
                    <a:solidFill>
                      <a:srgbClr val="6F7E8D"/>
                    </a:solidFill>
                  </a:rPr>
                  <a:t>Click 3</a:t>
                </a:r>
                <a:endParaRPr lang="en-US" sz="8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47584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D6046-BAFE-65DD-BD5F-D287DE16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4D4BAA-FE08-5DE9-918E-DAAB2B784C1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2D0040B-1872-1E27-F30E-654F80D40345}"/>
              </a:ext>
            </a:extLst>
          </p:cNvPr>
          <p:cNvSpPr/>
          <p:nvPr/>
        </p:nvSpPr>
        <p:spPr>
          <a:xfrm>
            <a:off x="769532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1: coin flips</a:t>
            </a:r>
            <a:endParaRPr lang="en-US" sz="220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62B28F98-9EB8-C8F9-F28D-F042DE83B47B}"/>
              </a:ext>
            </a:extLst>
          </p:cNvPr>
          <p:cNvGrpSpPr/>
          <p:nvPr/>
        </p:nvGrpSpPr>
        <p:grpSpPr>
          <a:xfrm>
            <a:off x="609447" y="1417320"/>
            <a:ext cx="5486400" cy="4251960"/>
            <a:chOff x="822960" y="1417320"/>
            <a:chExt cx="5486400" cy="425196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E3254ACF-FA57-57F0-E66D-C8F200AFE7CA}"/>
                </a:ext>
              </a:extLst>
            </p:cNvPr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3AD672A9-2E82-50AE-30CE-269B3C53A714}"/>
                </a:ext>
              </a:extLst>
            </p:cNvPr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7" name="Image 0" descr="preencoded.png">
              <a:extLst>
                <a:ext uri="{FF2B5EF4-FFF2-40B4-BE49-F238E27FC236}">
                  <a16:creationId xmlns:a16="http://schemas.microsoft.com/office/drawing/2014/main" id="{A6E5156A-CDBF-FF7D-975C-C161A72F7D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37180348-3EC0-0DED-4CEF-3B0752EF22BC}"/>
                </a:ext>
              </a:extLst>
            </p:cNvPr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1</a:t>
              </a:r>
              <a:endParaRPr lang="en-US" sz="85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35A357A5-5757-BE15-8B5C-7C108BAF6698}"/>
                </a:ext>
              </a:extLst>
            </p:cNvPr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2</a:t>
              </a:r>
              <a:endParaRPr lang="en-US" sz="85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366C34D2-5312-D581-DBF0-70CF0576A0B9}"/>
                </a:ext>
              </a:extLst>
            </p:cNvPr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3</a:t>
              </a:r>
              <a:endParaRPr lang="en-US" sz="85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D1F18D7D-FDAB-D12E-6467-F45B1B80FF19}"/>
              </a:ext>
            </a:extLst>
          </p:cNvPr>
          <p:cNvGrpSpPr/>
          <p:nvPr/>
        </p:nvGrpSpPr>
        <p:grpSpPr>
          <a:xfrm>
            <a:off x="6380900" y="1417320"/>
            <a:ext cx="5486400" cy="4251960"/>
            <a:chOff x="822960" y="1417320"/>
            <a:chExt cx="5486400" cy="4251960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AE5B870B-ED4B-AC87-6A88-862C9A627B3C}"/>
                </a:ext>
              </a:extLst>
            </p:cNvPr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784F3A08-BAB3-E697-B5F6-853B5169F442}"/>
                </a:ext>
              </a:extLst>
            </p:cNvPr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13" name="Image 0" descr="preencoded.png">
              <a:extLst>
                <a:ext uri="{FF2B5EF4-FFF2-40B4-BE49-F238E27FC236}">
                  <a16:creationId xmlns:a16="http://schemas.microsoft.com/office/drawing/2014/main" id="{F162A6FB-B71B-EBDD-EE3A-1AB00D7AFA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1C23B880-D2E4-FBB9-B610-50D07078600E}"/>
                </a:ext>
              </a:extLst>
            </p:cNvPr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1</a:t>
              </a:r>
              <a:endParaRPr lang="en-US" sz="850"/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1B3F3C83-5611-C12C-C027-E8F3BC25D92C}"/>
                </a:ext>
              </a:extLst>
            </p:cNvPr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Click 2</a:t>
              </a:r>
              <a:endParaRPr lang="en-US" sz="850"/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75D0A786-7B0F-C3AB-1477-C19B75FAB554}"/>
                </a:ext>
              </a:extLst>
            </p:cNvPr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E5DED1"/>
            </a:solidFill>
            <a:ln>
              <a:solidFill>
                <a:srgbClr val="E5DED1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6F7E8D"/>
                  </a:solidFill>
                </a:rPr>
                <a:t>Click 3</a:t>
              </a:r>
              <a:endParaRPr lang="en-US" sz="85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793F8CB-3545-8955-51E2-3FBCB3ACCF5F}"/>
              </a:ext>
            </a:extLst>
          </p:cNvPr>
          <p:cNvGrpSpPr/>
          <p:nvPr/>
        </p:nvGrpSpPr>
        <p:grpSpPr>
          <a:xfrm>
            <a:off x="3975793" y="1277851"/>
            <a:ext cx="3584448" cy="4389120"/>
            <a:chOff x="731520" y="1508760"/>
            <a:chExt cx="3584448" cy="4389120"/>
          </a:xfrm>
        </p:grpSpPr>
        <p:sp>
          <p:nvSpPr>
            <p:cNvPr id="22" name="Shape 3">
              <a:extLst>
                <a:ext uri="{FF2B5EF4-FFF2-40B4-BE49-F238E27FC236}">
                  <a16:creationId xmlns:a16="http://schemas.microsoft.com/office/drawing/2014/main" id="{6EF9462D-8B64-64D8-C80D-9B83565ED445}"/>
                </a:ext>
              </a:extLst>
            </p:cNvPr>
            <p:cNvSpPr/>
            <p:nvPr/>
          </p:nvSpPr>
          <p:spPr>
            <a:xfrm>
              <a:off x="731520" y="1508760"/>
              <a:ext cx="3584448" cy="4389120"/>
            </a:xfrm>
            <a:prstGeom prst="roundRect">
              <a:avLst>
                <a:gd name="adj" fmla="val 2041"/>
              </a:avLst>
            </a:prstGeom>
            <a:solidFill>
              <a:srgbClr val="F7E8CF"/>
            </a:solidFill>
            <a:ln w="12700">
              <a:solidFill>
                <a:srgbClr val="E6DED2"/>
              </a:solidFill>
              <a:prstDash val="solid"/>
            </a:ln>
            <a:effectLst>
              <a:outerShdw blurRad="15240" dist="1905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6">
              <a:extLst>
                <a:ext uri="{FF2B5EF4-FFF2-40B4-BE49-F238E27FC236}">
                  <a16:creationId xmlns:a16="http://schemas.microsoft.com/office/drawing/2014/main" id="{BD0E988B-8620-2159-878F-1AE2655D09C8}"/>
                </a:ext>
              </a:extLst>
            </p:cNvPr>
            <p:cNvSpPr/>
            <p:nvPr/>
          </p:nvSpPr>
          <p:spPr>
            <a:xfrm>
              <a:off x="1005840" y="1719073"/>
              <a:ext cx="2743200" cy="37490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19324A"/>
                  </a:solidFill>
                </a:rPr>
                <a:t>Gambler’s fallacy</a:t>
              </a:r>
              <a:endParaRPr lang="en-US" sz="2200"/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D7DF6E7D-6561-19F6-5963-AAF5B1517B06}"/>
                </a:ext>
              </a:extLst>
            </p:cNvPr>
            <p:cNvSpPr/>
            <p:nvPr/>
          </p:nvSpPr>
          <p:spPr>
            <a:xfrm>
              <a:off x="1005840" y="2240280"/>
              <a:ext cx="3116798" cy="146957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100">
                  <a:solidFill>
                    <a:srgbClr val="000000"/>
                  </a:solidFill>
                </a:rPr>
                <a:t>After a streak, people expect reversal—even when the process is still random.</a:t>
              </a:r>
              <a:endParaRPr lang="en-US" sz="2100"/>
            </a:p>
          </p:txBody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9B51B1A-B33B-15EA-968D-57DD45D96BA8}"/>
                </a:ext>
              </a:extLst>
            </p:cNvPr>
            <p:cNvSpPr/>
            <p:nvPr/>
          </p:nvSpPr>
          <p:spPr>
            <a:xfrm>
              <a:off x="1143000" y="3931920"/>
              <a:ext cx="2606040" cy="868680"/>
            </a:xfrm>
            <a:prstGeom prst="cloud">
              <a:avLst/>
            </a:prstGeom>
            <a:solidFill>
              <a:srgbClr val="FFFFFF"/>
            </a:solidFill>
            <a:ln w="12700">
              <a:solidFill>
                <a:srgbClr val="D7D0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9">
              <a:extLst>
                <a:ext uri="{FF2B5EF4-FFF2-40B4-BE49-F238E27FC236}">
                  <a16:creationId xmlns:a16="http://schemas.microsoft.com/office/drawing/2014/main" id="{24973383-9A50-47CD-BBBE-2A88B7EEC91D}"/>
                </a:ext>
              </a:extLst>
            </p:cNvPr>
            <p:cNvSpPr/>
            <p:nvPr/>
          </p:nvSpPr>
          <p:spPr>
            <a:xfrm>
              <a:off x="1307592" y="4078224"/>
              <a:ext cx="2276856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i="1">
                  <a:solidFill>
                    <a:srgbClr val="19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“It must turn soon.”</a:t>
              </a:r>
              <a:endParaRPr lang="en-US" sz="1700"/>
            </a:p>
          </p:txBody>
        </p:sp>
      </p:grpSp>
    </p:spTree>
    <p:extLst>
      <p:ext uri="{BB962C8B-B14F-4D97-AF65-F5344CB8AC3E}">
        <p14:creationId xmlns:p14="http://schemas.microsoft.com/office/powerpoint/2010/main" val="916654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2: basketball makes</a:t>
            </a:r>
            <a:endParaRPr lang="en-US" sz="220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F80A280-5D26-FF24-4042-E0A40EB44EED}"/>
              </a:ext>
            </a:extLst>
          </p:cNvPr>
          <p:cNvGrpSpPr/>
          <p:nvPr/>
        </p:nvGrpSpPr>
        <p:grpSpPr>
          <a:xfrm>
            <a:off x="431074" y="1417320"/>
            <a:ext cx="5486400" cy="4251960"/>
            <a:chOff x="822960" y="1417320"/>
            <a:chExt cx="5486400" cy="4251960"/>
          </a:xfrm>
        </p:grpSpPr>
        <p:sp>
          <p:nvSpPr>
            <p:cNvPr id="5" name="Shape 3"/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1</a:t>
              </a:r>
              <a:endParaRPr lang="en-US" sz="850"/>
            </a:p>
          </p:txBody>
        </p:sp>
        <p:sp>
          <p:nvSpPr>
            <p:cNvPr id="9" name="Text 6"/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E5DED1"/>
            </a:solidFill>
            <a:ln>
              <a:solidFill>
                <a:srgbClr val="E5DED1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6F7E8D"/>
                  </a:solidFill>
                </a:rPr>
                <a:t>Make 2</a:t>
              </a:r>
              <a:endParaRPr lang="en-US" sz="850"/>
            </a:p>
          </p:txBody>
        </p:sp>
        <p:sp>
          <p:nvSpPr>
            <p:cNvPr id="10" name="Text 7"/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E5DED1"/>
            </a:solidFill>
            <a:ln>
              <a:solidFill>
                <a:srgbClr val="E5DED1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6F7E8D"/>
                  </a:solidFill>
                </a:rPr>
                <a:t>Make 3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2: basketball makes</a:t>
            </a:r>
            <a:endParaRPr lang="en-US" sz="220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D9A05E6-A2A2-1C63-9657-22D089B86EC3}"/>
              </a:ext>
            </a:extLst>
          </p:cNvPr>
          <p:cNvGrpSpPr/>
          <p:nvPr/>
        </p:nvGrpSpPr>
        <p:grpSpPr>
          <a:xfrm>
            <a:off x="439783" y="1417320"/>
            <a:ext cx="5486400" cy="4251960"/>
            <a:chOff x="822960" y="1417320"/>
            <a:chExt cx="5486400" cy="4251960"/>
          </a:xfrm>
        </p:grpSpPr>
        <p:sp>
          <p:nvSpPr>
            <p:cNvPr id="5" name="Shape 3"/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1</a:t>
              </a:r>
              <a:endParaRPr lang="en-US" sz="850"/>
            </a:p>
          </p:txBody>
        </p:sp>
        <p:sp>
          <p:nvSpPr>
            <p:cNvPr id="9" name="Text 6"/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2</a:t>
              </a:r>
              <a:endParaRPr lang="en-US" sz="850"/>
            </a:p>
          </p:txBody>
        </p:sp>
        <p:sp>
          <p:nvSpPr>
            <p:cNvPr id="10" name="Text 7"/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E5DED1"/>
            </a:solidFill>
            <a:ln>
              <a:solidFill>
                <a:srgbClr val="E5DED1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6F7E8D"/>
                  </a:solidFill>
                </a:rPr>
                <a:t>Make 3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2: basketball makes</a:t>
            </a:r>
            <a:endParaRPr lang="en-US" sz="220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F6A356F-07E3-57A2-4DB1-EBF3BEEF3736}"/>
              </a:ext>
            </a:extLst>
          </p:cNvPr>
          <p:cNvGrpSpPr/>
          <p:nvPr/>
        </p:nvGrpSpPr>
        <p:grpSpPr>
          <a:xfrm>
            <a:off x="470110" y="1417320"/>
            <a:ext cx="5486400" cy="4251960"/>
            <a:chOff x="822960" y="1417320"/>
            <a:chExt cx="5486400" cy="4251960"/>
          </a:xfrm>
        </p:grpSpPr>
        <p:sp>
          <p:nvSpPr>
            <p:cNvPr id="5" name="Shape 3"/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1</a:t>
              </a:r>
              <a:endParaRPr lang="en-US" sz="850"/>
            </a:p>
          </p:txBody>
        </p:sp>
        <p:sp>
          <p:nvSpPr>
            <p:cNvPr id="9" name="Text 6"/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2</a:t>
              </a:r>
              <a:endParaRPr lang="en-US" sz="850"/>
            </a:p>
          </p:txBody>
        </p:sp>
        <p:sp>
          <p:nvSpPr>
            <p:cNvPr id="10" name="Text 7"/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3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DF937-0E99-CA8E-EF4D-476A65F8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CBF9814-AD18-74EC-AEFB-32F150D3169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AA4EAF-744F-FCBB-63C8-3A182FB87010}"/>
              </a:ext>
            </a:extLst>
          </p:cNvPr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2: basketball makes</a:t>
            </a:r>
            <a:endParaRPr lang="en-US" sz="220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65B653E-DD6E-BEAA-2B4E-C891884B92B2}"/>
              </a:ext>
            </a:extLst>
          </p:cNvPr>
          <p:cNvGrpSpPr/>
          <p:nvPr/>
        </p:nvGrpSpPr>
        <p:grpSpPr>
          <a:xfrm>
            <a:off x="497400" y="1417320"/>
            <a:ext cx="11196893" cy="4251960"/>
            <a:chOff x="822960" y="1417320"/>
            <a:chExt cx="11196893" cy="425196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ECF6AEDC-54FB-FBF8-C318-DA97538478F0}"/>
                </a:ext>
              </a:extLst>
            </p:cNvPr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CA2E3AA4-E5B7-B2D9-12B3-9A081CAED590}"/>
                </a:ext>
              </a:extLst>
            </p:cNvPr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7" name="Image 0" descr="preencoded.png">
              <a:extLst>
                <a:ext uri="{FF2B5EF4-FFF2-40B4-BE49-F238E27FC236}">
                  <a16:creationId xmlns:a16="http://schemas.microsoft.com/office/drawing/2014/main" id="{F1CDF080-0985-FBC3-E8ED-5D27FEC050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4225F954-2E2F-5C71-C468-E1292F3B02FD}"/>
                </a:ext>
              </a:extLst>
            </p:cNvPr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1</a:t>
              </a:r>
              <a:endParaRPr lang="en-US" sz="85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4622DA99-68AA-5FF2-7B0A-FC74C9C8AF9B}"/>
                </a:ext>
              </a:extLst>
            </p:cNvPr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2</a:t>
              </a:r>
              <a:endParaRPr lang="en-US" sz="85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85A3BC9E-B02B-0848-1600-3B4EFB2E6303}"/>
                </a:ext>
              </a:extLst>
            </p:cNvPr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3</a:t>
              </a:r>
              <a:endParaRPr lang="en-US" sz="850"/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80948CC4-1918-526E-396D-2342F6ADF706}"/>
                </a:ext>
              </a:extLst>
            </p:cNvPr>
            <p:cNvGrpSpPr/>
            <p:nvPr/>
          </p:nvGrpSpPr>
          <p:grpSpPr>
            <a:xfrm>
              <a:off x="6533453" y="1417320"/>
              <a:ext cx="5486400" cy="4251960"/>
              <a:chOff x="822960" y="1417320"/>
              <a:chExt cx="5486400" cy="4251960"/>
            </a:xfrm>
          </p:grpSpPr>
          <p:sp>
            <p:nvSpPr>
              <p:cNvPr id="12" name="Shape 3">
                <a:extLst>
                  <a:ext uri="{FF2B5EF4-FFF2-40B4-BE49-F238E27FC236}">
                    <a16:creationId xmlns:a16="http://schemas.microsoft.com/office/drawing/2014/main" id="{A42A0F40-AD22-7F90-E786-10F9735045BF}"/>
                  </a:ext>
                </a:extLst>
              </p:cNvPr>
              <p:cNvSpPr/>
              <p:nvPr/>
            </p:nvSpPr>
            <p:spPr>
              <a:xfrm>
                <a:off x="822960" y="1417320"/>
                <a:ext cx="5486400" cy="4251960"/>
              </a:xfrm>
              <a:prstGeom prst="roundRect">
                <a:avLst>
                  <a:gd name="adj" fmla="val 1720"/>
                </a:avLst>
              </a:prstGeom>
              <a:solidFill>
                <a:srgbClr val="FFFFFF"/>
              </a:solidFill>
              <a:ln w="12700">
                <a:solidFill>
                  <a:srgbClr val="E5DED1"/>
                </a:solidFill>
                <a:prstDash val="solid"/>
              </a:ln>
              <a:effectLst>
                <a:outerShdw blurRad="12700" dist="6350" dir="2700000" algn="bl" rotWithShape="0">
                  <a:srgbClr val="000000">
                    <a:alpha val="8000"/>
                  </a:srgbClr>
                </a:outerShdw>
              </a:effec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Text 4">
                <a:extLst>
                  <a:ext uri="{FF2B5EF4-FFF2-40B4-BE49-F238E27FC236}">
                    <a16:creationId xmlns:a16="http://schemas.microsoft.com/office/drawing/2014/main" id="{41FCD3EA-6899-DEBF-A107-C3C29ED882B0}"/>
                  </a:ext>
                </a:extLst>
              </p:cNvPr>
              <p:cNvSpPr/>
              <p:nvPr/>
            </p:nvSpPr>
            <p:spPr>
              <a:xfrm>
                <a:off x="987552" y="1554480"/>
                <a:ext cx="515721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 b="1">
                    <a:solidFill>
                      <a:srgbClr val="213547"/>
                    </a:solidFill>
                  </a:rPr>
                  <a:t>Live reveal</a:t>
                </a:r>
                <a:endParaRPr lang="en-US" sz="1200"/>
              </a:p>
            </p:txBody>
          </p:sp>
          <p:pic>
            <p:nvPicPr>
              <p:cNvPr id="14" name="Image 0" descr="preencoded.png">
                <a:extLst>
                  <a:ext uri="{FF2B5EF4-FFF2-40B4-BE49-F238E27FC236}">
                    <a16:creationId xmlns:a16="http://schemas.microsoft.com/office/drawing/2014/main" id="{129E920D-FC2B-776E-5625-8966CF5C84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828800" y="2468880"/>
                <a:ext cx="3474720" cy="1828800"/>
              </a:xfrm>
              <a:prstGeom prst="rect">
                <a:avLst/>
              </a:prstGeom>
            </p:spPr>
          </p:pic>
          <p:sp>
            <p:nvSpPr>
              <p:cNvPr id="15" name="Text 5">
                <a:extLst>
                  <a:ext uri="{FF2B5EF4-FFF2-40B4-BE49-F238E27FC236}">
                    <a16:creationId xmlns:a16="http://schemas.microsoft.com/office/drawing/2014/main" id="{121E2D9A-F155-9459-60C1-533716E7BF41}"/>
                  </a:ext>
                </a:extLst>
              </p:cNvPr>
              <p:cNvSpPr/>
              <p:nvPr/>
            </p:nvSpPr>
            <p:spPr>
              <a:xfrm>
                <a:off x="1417320" y="4553712"/>
                <a:ext cx="1005840" cy="256032"/>
              </a:xfrm>
              <a:prstGeom prst="rect">
                <a:avLst/>
              </a:prstGeom>
              <a:solidFill>
                <a:srgbClr val="2E8B7F"/>
              </a:solidFill>
              <a:ln>
                <a:solidFill>
                  <a:srgbClr val="2E8B7F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b="1">
                    <a:solidFill>
                      <a:srgbClr val="FFFFFF"/>
                    </a:solidFill>
                  </a:rPr>
                  <a:t>Make 1</a:t>
                </a:r>
                <a:endParaRPr lang="en-US" sz="850"/>
              </a:p>
            </p:txBody>
          </p:sp>
          <p:sp>
            <p:nvSpPr>
              <p:cNvPr id="16" name="Text 6">
                <a:extLst>
                  <a:ext uri="{FF2B5EF4-FFF2-40B4-BE49-F238E27FC236}">
                    <a16:creationId xmlns:a16="http://schemas.microsoft.com/office/drawing/2014/main" id="{AE77449C-DAA9-E530-E32B-48E3A3B5E9B5}"/>
                  </a:ext>
                </a:extLst>
              </p:cNvPr>
              <p:cNvSpPr/>
              <p:nvPr/>
            </p:nvSpPr>
            <p:spPr>
              <a:xfrm>
                <a:off x="2743200" y="4553712"/>
                <a:ext cx="1005840" cy="256032"/>
              </a:xfrm>
              <a:prstGeom prst="rect">
                <a:avLst/>
              </a:prstGeom>
              <a:solidFill>
                <a:srgbClr val="E5DED1"/>
              </a:solidFill>
              <a:ln>
                <a:solidFill>
                  <a:srgbClr val="E5DED1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b="1">
                    <a:solidFill>
                      <a:srgbClr val="6F7E8D"/>
                    </a:solidFill>
                  </a:rPr>
                  <a:t>Make 2</a:t>
                </a:r>
                <a:endParaRPr lang="en-US" sz="850"/>
              </a:p>
            </p:txBody>
          </p:sp>
          <p:sp>
            <p:nvSpPr>
              <p:cNvPr id="17" name="Text 7">
                <a:extLst>
                  <a:ext uri="{FF2B5EF4-FFF2-40B4-BE49-F238E27FC236}">
                    <a16:creationId xmlns:a16="http://schemas.microsoft.com/office/drawing/2014/main" id="{C4235AC8-E0B4-A61B-65A6-499B5A30CB5F}"/>
                  </a:ext>
                </a:extLst>
              </p:cNvPr>
              <p:cNvSpPr/>
              <p:nvPr/>
            </p:nvSpPr>
            <p:spPr>
              <a:xfrm>
                <a:off x="4069080" y="4553712"/>
                <a:ext cx="1005840" cy="256032"/>
              </a:xfrm>
              <a:prstGeom prst="rect">
                <a:avLst/>
              </a:prstGeom>
              <a:solidFill>
                <a:srgbClr val="E5DED1"/>
              </a:solidFill>
              <a:ln>
                <a:solidFill>
                  <a:srgbClr val="E5DED1"/>
                </a:solidFill>
              </a:ln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b="1">
                    <a:solidFill>
                      <a:srgbClr val="6F7E8D"/>
                    </a:solidFill>
                  </a:rPr>
                  <a:t>Make 3</a:t>
                </a:r>
                <a:endParaRPr lang="en-US" sz="8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5881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FB6E2-091D-3F2B-6406-7FA082D4B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3E0FF18-A7C5-7774-CC30-2C032970CBA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C446F30-B75B-2540-C45A-7DBDFC6BE931}"/>
              </a:ext>
            </a:extLst>
          </p:cNvPr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2: basketball makes</a:t>
            </a:r>
            <a:endParaRPr lang="en-US" sz="220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9AC50F0-0B57-8978-92CC-3D4D1F76CA01}"/>
              </a:ext>
            </a:extLst>
          </p:cNvPr>
          <p:cNvGrpSpPr/>
          <p:nvPr/>
        </p:nvGrpSpPr>
        <p:grpSpPr>
          <a:xfrm>
            <a:off x="470110" y="1417320"/>
            <a:ext cx="5486400" cy="4251960"/>
            <a:chOff x="822960" y="1417320"/>
            <a:chExt cx="5486400" cy="425196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3AD7DF8B-4F76-FB6B-1A0D-3A8AFB2D5390}"/>
                </a:ext>
              </a:extLst>
            </p:cNvPr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DBF96797-E4CC-DEB1-BBD6-44667BE90A1B}"/>
                </a:ext>
              </a:extLst>
            </p:cNvPr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7" name="Image 0" descr="preencoded.png">
              <a:extLst>
                <a:ext uri="{FF2B5EF4-FFF2-40B4-BE49-F238E27FC236}">
                  <a16:creationId xmlns:a16="http://schemas.microsoft.com/office/drawing/2014/main" id="{E3D147E3-F801-A196-B6B8-C59D8285D9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8" name="Text 5">
              <a:extLst>
                <a:ext uri="{FF2B5EF4-FFF2-40B4-BE49-F238E27FC236}">
                  <a16:creationId xmlns:a16="http://schemas.microsoft.com/office/drawing/2014/main" id="{24455D53-846E-2277-86DF-4D1E214866D5}"/>
                </a:ext>
              </a:extLst>
            </p:cNvPr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1</a:t>
              </a:r>
              <a:endParaRPr lang="en-US" sz="850"/>
            </a:p>
          </p:txBody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A154B2E7-4D19-6965-4DE7-E61D647887A3}"/>
                </a:ext>
              </a:extLst>
            </p:cNvPr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2</a:t>
              </a:r>
              <a:endParaRPr lang="en-US" sz="850"/>
            </a:p>
          </p:txBody>
        </p:sp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E9CDE8E2-1502-933E-60F6-658BE4A2D3DD}"/>
                </a:ext>
              </a:extLst>
            </p:cNvPr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3</a:t>
              </a:r>
              <a:endParaRPr lang="en-US" sz="85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0C700A59-B20A-95A6-1ED8-89A82058D7F1}"/>
              </a:ext>
            </a:extLst>
          </p:cNvPr>
          <p:cNvGrpSpPr/>
          <p:nvPr/>
        </p:nvGrpSpPr>
        <p:grpSpPr>
          <a:xfrm>
            <a:off x="6235490" y="1417320"/>
            <a:ext cx="5486400" cy="4251960"/>
            <a:chOff x="822960" y="1417320"/>
            <a:chExt cx="5486400" cy="4251960"/>
          </a:xfrm>
        </p:grpSpPr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54AD7D49-122A-5512-317C-0F80F3DA8CA5}"/>
                </a:ext>
              </a:extLst>
            </p:cNvPr>
            <p:cNvSpPr/>
            <p:nvPr/>
          </p:nvSpPr>
          <p:spPr>
            <a:xfrm>
              <a:off x="822960" y="1417320"/>
              <a:ext cx="54864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12700">
              <a:solidFill>
                <a:srgbClr val="E5DED1"/>
              </a:solidFill>
              <a:prstDash val="solid"/>
            </a:ln>
            <a:effectLst>
              <a:outerShdw blurRad="12700" dist="635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071A1E95-D8FA-30F8-A776-1D474FDAA83F}"/>
                </a:ext>
              </a:extLst>
            </p:cNvPr>
            <p:cNvSpPr/>
            <p:nvPr/>
          </p:nvSpPr>
          <p:spPr>
            <a:xfrm>
              <a:off x="987552" y="1554480"/>
              <a:ext cx="51572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>
                  <a:solidFill>
                    <a:srgbClr val="213547"/>
                  </a:solidFill>
                </a:rPr>
                <a:t>Live reveal</a:t>
              </a:r>
              <a:endParaRPr lang="en-US" sz="1200"/>
            </a:p>
          </p:txBody>
        </p:sp>
        <p:pic>
          <p:nvPicPr>
            <p:cNvPr id="13" name="Image 0" descr="preencoded.png">
              <a:extLst>
                <a:ext uri="{FF2B5EF4-FFF2-40B4-BE49-F238E27FC236}">
                  <a16:creationId xmlns:a16="http://schemas.microsoft.com/office/drawing/2014/main" id="{176E950A-607B-76FB-1B5C-B6677BC9EC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28800" y="2468880"/>
              <a:ext cx="3474720" cy="1828800"/>
            </a:xfrm>
            <a:prstGeom prst="rect">
              <a:avLst/>
            </a:prstGeom>
          </p:spPr>
        </p:pic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C47CBAAC-2456-FF6D-616B-DFEB1E1AC1EE}"/>
                </a:ext>
              </a:extLst>
            </p:cNvPr>
            <p:cNvSpPr/>
            <p:nvPr/>
          </p:nvSpPr>
          <p:spPr>
            <a:xfrm>
              <a:off x="141732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1</a:t>
              </a:r>
              <a:endParaRPr lang="en-US" sz="850"/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7815189F-9A02-5AC2-E16A-DF4840B32104}"/>
                </a:ext>
              </a:extLst>
            </p:cNvPr>
            <p:cNvSpPr/>
            <p:nvPr/>
          </p:nvSpPr>
          <p:spPr>
            <a:xfrm>
              <a:off x="2743200" y="4553712"/>
              <a:ext cx="1005840" cy="256032"/>
            </a:xfrm>
            <a:prstGeom prst="rect">
              <a:avLst/>
            </a:prstGeom>
            <a:solidFill>
              <a:srgbClr val="2E8B7F"/>
            </a:solidFill>
            <a:ln>
              <a:solidFill>
                <a:srgbClr val="2E8B7F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FFFFFF"/>
                  </a:solidFill>
                </a:rPr>
                <a:t>Make 2</a:t>
              </a:r>
              <a:endParaRPr lang="en-US" sz="850"/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E4D5225A-50CF-8EE4-CA32-590D7EA4E709}"/>
                </a:ext>
              </a:extLst>
            </p:cNvPr>
            <p:cNvSpPr/>
            <p:nvPr/>
          </p:nvSpPr>
          <p:spPr>
            <a:xfrm>
              <a:off x="4069080" y="4553712"/>
              <a:ext cx="1005840" cy="256032"/>
            </a:xfrm>
            <a:prstGeom prst="rect">
              <a:avLst/>
            </a:prstGeom>
            <a:solidFill>
              <a:srgbClr val="E5DED1"/>
            </a:solidFill>
            <a:ln>
              <a:solidFill>
                <a:srgbClr val="E5DED1"/>
              </a:solidFill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>
                  <a:solidFill>
                    <a:srgbClr val="6F7E8D"/>
                  </a:solidFill>
                </a:rPr>
                <a:t>Make 3</a:t>
              </a:r>
              <a:endParaRPr lang="en-US" sz="85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16E6217-595B-7ED0-2268-9D7B10240EC5}"/>
              </a:ext>
            </a:extLst>
          </p:cNvPr>
          <p:cNvGrpSpPr/>
          <p:nvPr/>
        </p:nvGrpSpPr>
        <p:grpSpPr>
          <a:xfrm>
            <a:off x="2365802" y="1254760"/>
            <a:ext cx="3584448" cy="4389120"/>
            <a:chOff x="2365802" y="1254760"/>
            <a:chExt cx="3584448" cy="4389120"/>
          </a:xfrm>
        </p:grpSpPr>
        <p:sp>
          <p:nvSpPr>
            <p:cNvPr id="29" name="Shape 4">
              <a:extLst>
                <a:ext uri="{FF2B5EF4-FFF2-40B4-BE49-F238E27FC236}">
                  <a16:creationId xmlns:a16="http://schemas.microsoft.com/office/drawing/2014/main" id="{D372BC1B-26C7-00C2-F44F-6AB92D54A813}"/>
                </a:ext>
              </a:extLst>
            </p:cNvPr>
            <p:cNvSpPr/>
            <p:nvPr/>
          </p:nvSpPr>
          <p:spPr>
            <a:xfrm>
              <a:off x="2365802" y="1254760"/>
              <a:ext cx="3584448" cy="4389120"/>
            </a:xfrm>
            <a:prstGeom prst="roundRect">
              <a:avLst>
                <a:gd name="adj" fmla="val 2041"/>
              </a:avLst>
            </a:prstGeom>
            <a:solidFill>
              <a:srgbClr val="DFE9F4"/>
            </a:solidFill>
            <a:ln w="12700">
              <a:solidFill>
                <a:srgbClr val="E6DED2"/>
              </a:solidFill>
              <a:prstDash val="solid"/>
            </a:ln>
            <a:effectLst>
              <a:outerShdw blurRad="15240" dist="1905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A18E0021-B4FC-87EB-DEBC-C84C197E6A43}"/>
                </a:ext>
              </a:extLst>
            </p:cNvPr>
            <p:cNvSpPr/>
            <p:nvPr/>
          </p:nvSpPr>
          <p:spPr>
            <a:xfrm>
              <a:off x="2640121" y="1465073"/>
              <a:ext cx="2205011" cy="37490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19324A"/>
                  </a:solidFill>
                </a:rPr>
                <a:t>Hot hand</a:t>
              </a:r>
              <a:endParaRPr lang="en-US" sz="2200"/>
            </a:p>
          </p:txBody>
        </p: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1CC54335-E8D0-89C3-7C10-17E3F6B3819E}"/>
                </a:ext>
              </a:extLst>
            </p:cNvPr>
            <p:cNvSpPr/>
            <p:nvPr/>
          </p:nvSpPr>
          <p:spPr>
            <a:xfrm>
              <a:off x="2640122" y="1986280"/>
              <a:ext cx="2988782" cy="146957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100">
                  <a:solidFill>
                    <a:srgbClr val="000000"/>
                  </a:solidFill>
                </a:rPr>
                <a:t>After a streak, people expect continuation because the player or trend feels hot.</a:t>
              </a:r>
              <a:endParaRPr lang="en-US" sz="2100"/>
            </a:p>
          </p:txBody>
        </p:sp>
        <p:sp>
          <p:nvSpPr>
            <p:cNvPr id="35" name="Shape 12">
              <a:extLst>
                <a:ext uri="{FF2B5EF4-FFF2-40B4-BE49-F238E27FC236}">
                  <a16:creationId xmlns:a16="http://schemas.microsoft.com/office/drawing/2014/main" id="{77E0D4D0-A3B8-0B6F-03D6-FB4FA89F3223}"/>
                </a:ext>
              </a:extLst>
            </p:cNvPr>
            <p:cNvSpPr/>
            <p:nvPr/>
          </p:nvSpPr>
          <p:spPr>
            <a:xfrm>
              <a:off x="2749850" y="3677920"/>
              <a:ext cx="2697480" cy="868680"/>
            </a:xfrm>
            <a:prstGeom prst="cloud">
              <a:avLst/>
            </a:prstGeom>
            <a:solidFill>
              <a:srgbClr val="FFFFFF"/>
            </a:solidFill>
            <a:ln w="12700">
              <a:solidFill>
                <a:srgbClr val="D7D0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13">
              <a:extLst>
                <a:ext uri="{FF2B5EF4-FFF2-40B4-BE49-F238E27FC236}">
                  <a16:creationId xmlns:a16="http://schemas.microsoft.com/office/drawing/2014/main" id="{8B981141-D5FE-CB05-361B-2C8C28D42204}"/>
                </a:ext>
              </a:extLst>
            </p:cNvPr>
            <p:cNvSpPr/>
            <p:nvPr/>
          </p:nvSpPr>
          <p:spPr>
            <a:xfrm>
              <a:off x="2914442" y="3824224"/>
              <a:ext cx="2368296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i="1">
                  <a:solidFill>
                    <a:srgbClr val="19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“They’re on fire.”</a:t>
              </a:r>
              <a:endParaRPr lang="en-US" sz="1700"/>
            </a:p>
          </p:txBody>
        </p:sp>
      </p:grpSp>
      <p:pic>
        <p:nvPicPr>
          <p:cNvPr id="39" name="联机媒体 2" title="The Truth About the Hot Hand Theory:What NBA's Leading Three-Point Shooter Reveals #firstwefeast #we">
            <a:hlinkClick r:id="" action="ppaction://noaction"/>
            <a:extLst>
              <a:ext uri="{FF2B5EF4-FFF2-40B4-BE49-F238E27FC236}">
                <a16:creationId xmlns:a16="http://schemas.microsoft.com/office/drawing/2014/main" id="{1B61F0E9-C3E5-FDF5-D9DE-85666E3CBA7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10554982" y="1832120"/>
            <a:ext cx="1253115" cy="240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65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3: a fake stock chart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87552" y="155448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3547"/>
                </a:solidFill>
              </a:rPr>
              <a:t>Live reveal</a:t>
            </a:r>
            <a:endParaRPr lang="en-US" sz="12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0" y="2468880"/>
            <a:ext cx="347472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553712"/>
            <a:ext cx="1005840" cy="256032"/>
          </a:xfrm>
          <a:prstGeom prst="rect">
            <a:avLst/>
          </a:prstGeom>
          <a:solidFill>
            <a:srgbClr val="2E8B7F"/>
          </a:solidFill>
          <a:ln>
            <a:solidFill>
              <a:srgbClr val="2E8B7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Step 1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2743200" y="4553712"/>
            <a:ext cx="1005840" cy="256032"/>
          </a:xfrm>
          <a:prstGeom prst="rect">
            <a:avLst/>
          </a:prstGeom>
          <a:solidFill>
            <a:srgbClr val="2E8B7F"/>
          </a:solidFill>
          <a:ln>
            <a:solidFill>
              <a:srgbClr val="2E8B7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Step 2</a:t>
            </a:r>
            <a:endParaRPr lang="en-US" sz="850"/>
          </a:p>
        </p:txBody>
      </p:sp>
      <p:sp>
        <p:nvSpPr>
          <p:cNvPr id="10" name="Text 7"/>
          <p:cNvSpPr/>
          <p:nvPr/>
        </p:nvSpPr>
        <p:spPr>
          <a:xfrm>
            <a:off x="4069080" y="4553712"/>
            <a:ext cx="1005840" cy="256032"/>
          </a:xfrm>
          <a:prstGeom prst="rect">
            <a:avLst/>
          </a:prstGeom>
          <a:solidFill>
            <a:srgbClr val="E5DED1"/>
          </a:solidFill>
          <a:ln>
            <a:solidFill>
              <a:srgbClr val="E5DED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6F7E8D"/>
                </a:solidFill>
              </a:rPr>
              <a:t>Step 3</a:t>
            </a:r>
            <a:endParaRPr lang="en-US" sz="8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3: a fake stock chart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87552" y="155448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3547"/>
                </a:solidFill>
              </a:rPr>
              <a:t>Live reveal</a:t>
            </a:r>
            <a:endParaRPr lang="en-US" sz="12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0" y="2468880"/>
            <a:ext cx="347472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553712"/>
            <a:ext cx="1005840" cy="256032"/>
          </a:xfrm>
          <a:prstGeom prst="rect">
            <a:avLst/>
          </a:prstGeom>
          <a:solidFill>
            <a:srgbClr val="2E8B7F"/>
          </a:solidFill>
          <a:ln>
            <a:solidFill>
              <a:srgbClr val="2E8B7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Step 1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2743200" y="4553712"/>
            <a:ext cx="1005840" cy="256032"/>
          </a:xfrm>
          <a:prstGeom prst="rect">
            <a:avLst/>
          </a:prstGeom>
          <a:solidFill>
            <a:srgbClr val="2E8B7F"/>
          </a:solidFill>
          <a:ln>
            <a:solidFill>
              <a:srgbClr val="2E8B7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Step 2</a:t>
            </a:r>
            <a:endParaRPr lang="en-US" sz="850"/>
          </a:p>
        </p:txBody>
      </p:sp>
      <p:sp>
        <p:nvSpPr>
          <p:cNvPr id="10" name="Text 7"/>
          <p:cNvSpPr/>
          <p:nvPr/>
        </p:nvSpPr>
        <p:spPr>
          <a:xfrm>
            <a:off x="4069080" y="4553712"/>
            <a:ext cx="1005840" cy="256032"/>
          </a:xfrm>
          <a:prstGeom prst="rect">
            <a:avLst/>
          </a:prstGeom>
          <a:solidFill>
            <a:srgbClr val="2E8B7F"/>
          </a:solidFill>
          <a:ln>
            <a:solidFill>
              <a:srgbClr val="2E8B7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Step 3</a:t>
            </a:r>
            <a:endParaRPr lang="en-US" sz="8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E"/>
          </a:solidFill>
          <a:ln w="12700">
            <a:solidFill>
              <a:srgbClr val="F8F4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13547"/>
                </a:solidFill>
              </a:rPr>
              <a:t>Round 3: a fake stock chart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2700" dist="635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87552" y="155448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13547"/>
                </a:solidFill>
              </a:rPr>
              <a:t>Live reveal</a:t>
            </a:r>
            <a:endParaRPr lang="en-US" sz="12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0" y="2468880"/>
            <a:ext cx="347472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553712"/>
            <a:ext cx="1005840" cy="256032"/>
          </a:xfrm>
          <a:prstGeom prst="rect">
            <a:avLst/>
          </a:prstGeom>
          <a:solidFill>
            <a:srgbClr val="2E8B7F"/>
          </a:solidFill>
          <a:ln>
            <a:solidFill>
              <a:srgbClr val="2E8B7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Step 1</a:t>
            </a:r>
            <a:endParaRPr lang="en-US" sz="850"/>
          </a:p>
        </p:txBody>
      </p:sp>
      <p:sp>
        <p:nvSpPr>
          <p:cNvPr id="9" name="Text 6"/>
          <p:cNvSpPr/>
          <p:nvPr/>
        </p:nvSpPr>
        <p:spPr>
          <a:xfrm>
            <a:off x="2743200" y="4553712"/>
            <a:ext cx="1005840" cy="256032"/>
          </a:xfrm>
          <a:prstGeom prst="rect">
            <a:avLst/>
          </a:prstGeom>
          <a:solidFill>
            <a:srgbClr val="2E8B7F"/>
          </a:solidFill>
          <a:ln>
            <a:solidFill>
              <a:srgbClr val="2E8B7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Step 2</a:t>
            </a:r>
            <a:endParaRPr lang="en-US" sz="850"/>
          </a:p>
        </p:txBody>
      </p:sp>
      <p:sp>
        <p:nvSpPr>
          <p:cNvPr id="10" name="Text 7"/>
          <p:cNvSpPr/>
          <p:nvPr/>
        </p:nvSpPr>
        <p:spPr>
          <a:xfrm>
            <a:off x="4069080" y="4553712"/>
            <a:ext cx="1005840" cy="256032"/>
          </a:xfrm>
          <a:prstGeom prst="rect">
            <a:avLst/>
          </a:prstGeom>
          <a:solidFill>
            <a:srgbClr val="2E8B7F"/>
          </a:solidFill>
          <a:ln>
            <a:solidFill>
              <a:srgbClr val="2E8B7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Step 3</a:t>
            </a:r>
            <a:endParaRPr lang="en-US" sz="85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77673E-A88C-CE8C-31BE-B2CF9256C6FE}"/>
              </a:ext>
            </a:extLst>
          </p:cNvPr>
          <p:cNvGrpSpPr/>
          <p:nvPr/>
        </p:nvGrpSpPr>
        <p:grpSpPr>
          <a:xfrm>
            <a:off x="8133357" y="1231669"/>
            <a:ext cx="3291840" cy="4389120"/>
            <a:chOff x="8156448" y="1508760"/>
            <a:chExt cx="3291840" cy="4389120"/>
          </a:xfrm>
        </p:grpSpPr>
        <p:sp>
          <p:nvSpPr>
            <p:cNvPr id="11" name="Shape 5">
              <a:extLst>
                <a:ext uri="{FF2B5EF4-FFF2-40B4-BE49-F238E27FC236}">
                  <a16:creationId xmlns:a16="http://schemas.microsoft.com/office/drawing/2014/main" id="{65D0239D-7F11-2007-2221-D6EE8B86F10F}"/>
                </a:ext>
              </a:extLst>
            </p:cNvPr>
            <p:cNvSpPr/>
            <p:nvPr/>
          </p:nvSpPr>
          <p:spPr>
            <a:xfrm>
              <a:off x="8156448" y="1508760"/>
              <a:ext cx="3291840" cy="4389120"/>
            </a:xfrm>
            <a:prstGeom prst="roundRect">
              <a:avLst>
                <a:gd name="adj" fmla="val 2222"/>
              </a:avLst>
            </a:prstGeom>
            <a:solidFill>
              <a:srgbClr val="E2EEE6"/>
            </a:solidFill>
            <a:ln w="12700">
              <a:solidFill>
                <a:srgbClr val="E6DED2"/>
              </a:solidFill>
              <a:prstDash val="solid"/>
            </a:ln>
            <a:effectLst>
              <a:outerShdw blurRad="15240" dist="1905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A15BDB0A-C7D7-481C-31C4-C2DCA6B3AF40}"/>
                </a:ext>
              </a:extLst>
            </p:cNvPr>
            <p:cNvSpPr/>
            <p:nvPr/>
          </p:nvSpPr>
          <p:spPr>
            <a:xfrm>
              <a:off x="8412480" y="1619794"/>
              <a:ext cx="2899954" cy="62048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19324A"/>
                  </a:solidFill>
                </a:rPr>
                <a:t>Return extrapolation</a:t>
              </a:r>
              <a:endParaRPr lang="en-US" sz="2200"/>
            </a:p>
          </p:txBody>
        </p:sp>
        <p:sp>
          <p:nvSpPr>
            <p:cNvPr id="15" name="Text 15">
              <a:extLst>
                <a:ext uri="{FF2B5EF4-FFF2-40B4-BE49-F238E27FC236}">
                  <a16:creationId xmlns:a16="http://schemas.microsoft.com/office/drawing/2014/main" id="{7C8336D4-D527-EB2E-6F6E-8D240F31E989}"/>
                </a:ext>
              </a:extLst>
            </p:cNvPr>
            <p:cNvSpPr/>
            <p:nvPr/>
          </p:nvSpPr>
          <p:spPr>
            <a:xfrm>
              <a:off x="8412480" y="2240279"/>
              <a:ext cx="2773680" cy="146957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100">
                  <a:solidFill>
                    <a:srgbClr val="000000"/>
                  </a:solidFill>
                </a:rPr>
                <a:t>In markets, recent winners can attract optimistic beliefs and more demand.</a:t>
              </a:r>
              <a:endParaRPr lang="en-US" sz="2100"/>
            </a:p>
          </p:txBody>
        </p:sp>
        <p:sp>
          <p:nvSpPr>
            <p:cNvPr id="17" name="Shape 16">
              <a:extLst>
                <a:ext uri="{FF2B5EF4-FFF2-40B4-BE49-F238E27FC236}">
                  <a16:creationId xmlns:a16="http://schemas.microsoft.com/office/drawing/2014/main" id="{3362C184-47EA-7850-A936-BA6B6CC1E3A1}"/>
                </a:ext>
              </a:extLst>
            </p:cNvPr>
            <p:cNvSpPr/>
            <p:nvPr/>
          </p:nvSpPr>
          <p:spPr>
            <a:xfrm>
              <a:off x="8458200" y="3931920"/>
              <a:ext cx="2468880" cy="868680"/>
            </a:xfrm>
            <a:prstGeom prst="cloud">
              <a:avLst/>
            </a:prstGeom>
            <a:solidFill>
              <a:srgbClr val="FFFFFF"/>
            </a:solidFill>
            <a:ln w="12700">
              <a:solidFill>
                <a:srgbClr val="D7D0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9B166523-D20E-C1F1-A010-CF0D3BFD5F41}"/>
                </a:ext>
              </a:extLst>
            </p:cNvPr>
            <p:cNvSpPr/>
            <p:nvPr/>
          </p:nvSpPr>
          <p:spPr>
            <a:xfrm>
              <a:off x="8622792" y="4078224"/>
              <a:ext cx="2139696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i="1">
                  <a:solidFill>
                    <a:srgbClr val="19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“The chart is telling a story.”</a:t>
              </a:r>
              <a:endParaRPr lang="en-US" sz="1700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Debrief: random does not feel random</a:t>
            </a:r>
            <a:endParaRPr lang="en-US" sz="2500"/>
          </a:p>
        </p:txBody>
      </p:sp>
      <p:sp>
        <p:nvSpPr>
          <p:cNvPr id="6" name="Shape 4"/>
          <p:cNvSpPr/>
          <p:nvPr/>
        </p:nvSpPr>
        <p:spPr>
          <a:xfrm>
            <a:off x="4443984" y="1508760"/>
            <a:ext cx="3584448" cy="4389120"/>
          </a:xfrm>
          <a:prstGeom prst="roundRect">
            <a:avLst>
              <a:gd name="adj" fmla="val 2041"/>
            </a:avLst>
          </a:prstGeom>
          <a:solidFill>
            <a:srgbClr val="DFE9F4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8156448" y="1508760"/>
            <a:ext cx="3291840" cy="4389120"/>
          </a:xfrm>
          <a:prstGeom prst="roundRect">
            <a:avLst>
              <a:gd name="adj" fmla="val 2222"/>
            </a:avLst>
          </a:prstGeom>
          <a:solidFill>
            <a:srgbClr val="E2EEE6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24AD97-0275-1CC6-81F1-D16E8359B0CC}"/>
              </a:ext>
            </a:extLst>
          </p:cNvPr>
          <p:cNvGrpSpPr/>
          <p:nvPr/>
        </p:nvGrpSpPr>
        <p:grpSpPr>
          <a:xfrm>
            <a:off x="731520" y="1508760"/>
            <a:ext cx="3584448" cy="4389120"/>
            <a:chOff x="731520" y="1508760"/>
            <a:chExt cx="3584448" cy="4389120"/>
          </a:xfrm>
        </p:grpSpPr>
        <p:sp>
          <p:nvSpPr>
            <p:cNvPr id="5" name="Shape 3"/>
            <p:cNvSpPr/>
            <p:nvPr/>
          </p:nvSpPr>
          <p:spPr>
            <a:xfrm>
              <a:off x="731520" y="1508760"/>
              <a:ext cx="3584448" cy="4389120"/>
            </a:xfrm>
            <a:prstGeom prst="roundRect">
              <a:avLst>
                <a:gd name="adj" fmla="val 2041"/>
              </a:avLst>
            </a:prstGeom>
            <a:solidFill>
              <a:srgbClr val="F7E8CF"/>
            </a:solidFill>
            <a:ln w="12700">
              <a:solidFill>
                <a:srgbClr val="E6DED2"/>
              </a:solidFill>
              <a:prstDash val="solid"/>
            </a:ln>
            <a:effectLst>
              <a:outerShdw blurRad="15240" dist="1905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1005840" y="1719073"/>
              <a:ext cx="2743200" cy="37490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19324A"/>
                  </a:solidFill>
                </a:rPr>
                <a:t>Gambler’s fallacy</a:t>
              </a:r>
              <a:endParaRPr lang="en-US" sz="2200"/>
            </a:p>
          </p:txBody>
        </p:sp>
        <p:sp>
          <p:nvSpPr>
            <p:cNvPr id="9" name="Text 7"/>
            <p:cNvSpPr/>
            <p:nvPr/>
          </p:nvSpPr>
          <p:spPr>
            <a:xfrm>
              <a:off x="1005840" y="2240280"/>
              <a:ext cx="3116798" cy="146957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100">
                  <a:solidFill>
                    <a:srgbClr val="000000"/>
                  </a:solidFill>
                </a:rPr>
                <a:t>After a streak, people expect reversal—even when the process is still random.</a:t>
              </a:r>
              <a:endParaRPr lang="en-US" sz="2100"/>
            </a:p>
          </p:txBody>
        </p:sp>
        <p:sp>
          <p:nvSpPr>
            <p:cNvPr id="10" name="Shape 8"/>
            <p:cNvSpPr/>
            <p:nvPr/>
          </p:nvSpPr>
          <p:spPr>
            <a:xfrm>
              <a:off x="1143000" y="3931920"/>
              <a:ext cx="2606040" cy="868680"/>
            </a:xfrm>
            <a:prstGeom prst="cloud">
              <a:avLst/>
            </a:prstGeom>
            <a:solidFill>
              <a:srgbClr val="FFFFFF"/>
            </a:solidFill>
            <a:ln w="12700">
              <a:solidFill>
                <a:srgbClr val="D7D0C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307592" y="4078224"/>
              <a:ext cx="2276856" cy="5760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i="1">
                  <a:solidFill>
                    <a:srgbClr val="19324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“It must turn soon.”</a:t>
              </a:r>
              <a:endParaRPr lang="en-US" sz="1700"/>
            </a:p>
          </p:txBody>
        </p:sp>
      </p:grpSp>
      <p:sp>
        <p:nvSpPr>
          <p:cNvPr id="12" name="Text 10"/>
          <p:cNvSpPr/>
          <p:nvPr/>
        </p:nvSpPr>
        <p:spPr>
          <a:xfrm>
            <a:off x="4718303" y="1719073"/>
            <a:ext cx="2205011" cy="374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9324A"/>
                </a:solidFill>
              </a:rPr>
              <a:t>Hot hand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4718304" y="2240280"/>
            <a:ext cx="2988782" cy="14695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000000"/>
                </a:solidFill>
              </a:rPr>
              <a:t>After a streak, people expect continuation because the player or trend feels hot.</a:t>
            </a:r>
            <a:endParaRPr lang="en-US" sz="2100"/>
          </a:p>
        </p:txBody>
      </p:sp>
      <p:sp>
        <p:nvSpPr>
          <p:cNvPr id="14" name="Shape 12"/>
          <p:cNvSpPr/>
          <p:nvPr/>
        </p:nvSpPr>
        <p:spPr>
          <a:xfrm>
            <a:off x="4828032" y="3931920"/>
            <a:ext cx="2697480" cy="868680"/>
          </a:xfrm>
          <a:prstGeom prst="cloud">
            <a:avLst/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992624" y="4078224"/>
            <a:ext cx="23682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“They’re on fire.”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8412480" y="1619794"/>
            <a:ext cx="2899954" cy="6204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9324A"/>
                </a:solidFill>
              </a:rPr>
              <a:t>Return extrapolation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8412480" y="2240279"/>
            <a:ext cx="2773680" cy="1469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000000"/>
                </a:solidFill>
              </a:rPr>
              <a:t>In markets, recent winners can attract optimistic beliefs and more demand.</a:t>
            </a:r>
            <a:endParaRPr lang="en-US" sz="2100"/>
          </a:p>
        </p:txBody>
      </p:sp>
      <p:sp>
        <p:nvSpPr>
          <p:cNvPr id="18" name="Shape 16"/>
          <p:cNvSpPr/>
          <p:nvPr/>
        </p:nvSpPr>
        <p:spPr>
          <a:xfrm>
            <a:off x="8458200" y="3931920"/>
            <a:ext cx="2468880" cy="868680"/>
          </a:xfrm>
          <a:prstGeom prst="cloud">
            <a:avLst/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622792" y="4078224"/>
            <a:ext cx="21396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chart is telling a story.”</a:t>
            </a:r>
            <a:endParaRPr lang="en-US" sz="1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chart, two stories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822960" y="1353312"/>
            <a:ext cx="4233672" cy="46268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70432" y="1584197"/>
            <a:ext cx="1170432" cy="404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9324A"/>
                </a:solidFill>
              </a:rPr>
              <a:t>Task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1097280" y="2212848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61872" y="2055114"/>
            <a:ext cx="3072384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bullish case.</a:t>
            </a:r>
            <a:endParaRPr lang="en-US" sz="2200"/>
          </a:p>
        </p:txBody>
      </p:sp>
      <p:sp>
        <p:nvSpPr>
          <p:cNvPr id="10" name="Shape 8"/>
          <p:cNvSpPr/>
          <p:nvPr/>
        </p:nvSpPr>
        <p:spPr>
          <a:xfrm>
            <a:off x="1097280" y="2871216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261872" y="2683764"/>
            <a:ext cx="3182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bearish case.</a:t>
            </a:r>
            <a:endParaRPr lang="en-US" sz="2200"/>
          </a:p>
        </p:txBody>
      </p:sp>
      <p:sp>
        <p:nvSpPr>
          <p:cNvPr id="12" name="Shape 10"/>
          <p:cNvSpPr/>
          <p:nvPr/>
        </p:nvSpPr>
        <p:spPr>
          <a:xfrm>
            <a:off x="1097280" y="3529584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61872" y="3321558"/>
            <a:ext cx="3575304" cy="546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chart for both.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097280" y="4297680"/>
            <a:ext cx="3739896" cy="1426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F7E79"/>
                </a:solidFill>
              </a:rPr>
              <a:t>The point: prices do not come with built-in meaning. People add the story.</a:t>
            </a:r>
            <a:endParaRPr lang="en-US" sz="220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23</a:t>
            </a:fld>
            <a:endParaRPr lang="en-US"/>
          </a:p>
        </p:txBody>
      </p:sp>
      <p:pic>
        <p:nvPicPr>
          <p:cNvPr id="45" name="Image 0" descr="preencoded.png">
            <a:extLst>
              <a:ext uri="{FF2B5EF4-FFF2-40B4-BE49-F238E27FC236}">
                <a16:creationId xmlns:a16="http://schemas.microsoft.com/office/drawing/2014/main" id="{792D4949-98D2-4EEB-072F-6E5A53B38D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3426" y="1869948"/>
            <a:ext cx="5940987" cy="34655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F7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III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Activity: risk framing stations</a:t>
            </a:r>
            <a:endParaRPr lang="en-US" sz="250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971800" cy="4526280"/>
          </a:xfrm>
          <a:prstGeom prst="roundRect">
            <a:avLst>
              <a:gd name="adj" fmla="val 2462"/>
            </a:avLst>
          </a:prstGeom>
          <a:solidFill>
            <a:srgbClr val="DFE9F4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51560" y="1655064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9324A"/>
                </a:solidFill>
              </a:rPr>
              <a:t>At each station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1051560" y="2441448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16152" y="2331720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your choice</a:t>
            </a:r>
            <a:endParaRPr lang="en-US" sz="2100"/>
          </a:p>
        </p:txBody>
      </p:sp>
      <p:sp>
        <p:nvSpPr>
          <p:cNvPr id="10" name="Shape 8"/>
          <p:cNvSpPr/>
          <p:nvPr/>
        </p:nvSpPr>
        <p:spPr>
          <a:xfrm>
            <a:off x="1051560" y="3438144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216152" y="3328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your reason</a:t>
            </a:r>
            <a:endParaRPr lang="en-US" sz="2100"/>
          </a:p>
        </p:txBody>
      </p:sp>
      <p:sp>
        <p:nvSpPr>
          <p:cNvPr id="12" name="Shape 10"/>
          <p:cNvSpPr/>
          <p:nvPr/>
        </p:nvSpPr>
        <p:spPr>
          <a:xfrm>
            <a:off x="1042416" y="4370832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16152" y="4133088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what most groups will choose</a:t>
            </a:r>
            <a:endParaRPr lang="en-US" sz="2100"/>
          </a:p>
        </p:txBody>
      </p:sp>
      <p:sp>
        <p:nvSpPr>
          <p:cNvPr id="15" name="Shape 13"/>
          <p:cNvSpPr/>
          <p:nvPr/>
        </p:nvSpPr>
        <p:spPr>
          <a:xfrm>
            <a:off x="4041648" y="1508760"/>
            <a:ext cx="3456432" cy="1965960"/>
          </a:xfrm>
          <a:prstGeom prst="roundRect">
            <a:avLst>
              <a:gd name="adj" fmla="val 3721"/>
            </a:avLst>
          </a:prstGeom>
          <a:solidFill>
            <a:srgbClr val="F7E8C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270248" y="172821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9324A"/>
                </a:solidFill>
              </a:rPr>
              <a:t>Station 1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7653528" y="1508760"/>
            <a:ext cx="3456432" cy="1965960"/>
          </a:xfrm>
          <a:prstGeom prst="roundRect">
            <a:avLst>
              <a:gd name="adj" fmla="val 3721"/>
            </a:avLst>
          </a:prstGeom>
          <a:solidFill>
            <a:srgbClr val="F4DFDB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882128" y="172821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9324A"/>
                </a:solidFill>
              </a:rPr>
              <a:t>Station 2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4041648" y="3730752"/>
            <a:ext cx="3456432" cy="1965960"/>
          </a:xfrm>
          <a:prstGeom prst="roundRect">
            <a:avLst>
              <a:gd name="adj" fmla="val 3721"/>
            </a:avLst>
          </a:prstGeom>
          <a:solidFill>
            <a:srgbClr val="DFE9F4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270248" y="39502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9324A"/>
                </a:solidFill>
              </a:rPr>
              <a:t>Station 3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4270248" y="4352544"/>
            <a:ext cx="29992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50:50 bet</a:t>
            </a:r>
            <a:endParaRPr lang="en-US" sz="2000"/>
          </a:p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win $110 / lose $100</a:t>
            </a:r>
            <a:endParaRPr lang="en-US" sz="2000"/>
          </a:p>
        </p:txBody>
      </p:sp>
      <p:sp>
        <p:nvSpPr>
          <p:cNvPr id="24" name="Shape 22"/>
          <p:cNvSpPr/>
          <p:nvPr/>
        </p:nvSpPr>
        <p:spPr>
          <a:xfrm>
            <a:off x="7653528" y="3730752"/>
            <a:ext cx="3456432" cy="1965960"/>
          </a:xfrm>
          <a:prstGeom prst="roundRect">
            <a:avLst>
              <a:gd name="adj" fmla="val 3721"/>
            </a:avLst>
          </a:prstGeom>
          <a:solidFill>
            <a:srgbClr val="E2EEE6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882128" y="39502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9324A"/>
                </a:solidFill>
              </a:rPr>
              <a:t>Station 4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7573471" y="4242314"/>
            <a:ext cx="3613037" cy="1051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 5% chance of winning $1,000</a:t>
            </a:r>
            <a:endParaRPr lang="en-US" sz="2000"/>
          </a:p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vs </a:t>
            </a:r>
          </a:p>
          <a:p>
            <a:pPr algn="ctr"/>
            <a:r>
              <a:rPr lang="en-US" sz="2000" b="1">
                <a:solidFill>
                  <a:srgbClr val="000000"/>
                </a:solidFill>
              </a:rPr>
              <a:t>Win $10 for sure</a:t>
            </a:r>
            <a:endParaRPr lang="en-US" sz="200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24</a:t>
            </a:fld>
            <a:endParaRPr lang="en-US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1FFAF2A3-FF9A-5A1C-D368-879ED6C3CDF8}"/>
              </a:ext>
            </a:extLst>
          </p:cNvPr>
          <p:cNvSpPr/>
          <p:nvPr/>
        </p:nvSpPr>
        <p:spPr>
          <a:xfrm>
            <a:off x="4601718" y="2011680"/>
            <a:ext cx="2265426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000000"/>
                </a:solidFill>
              </a:rPr>
              <a:t>Win $500 for sure</a:t>
            </a:r>
            <a:endParaRPr lang="en-US" sz="2000"/>
          </a:p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or </a:t>
            </a:r>
          </a:p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50% chance</a:t>
            </a:r>
            <a:endParaRPr lang="en-US" sz="2000"/>
          </a:p>
          <a:p>
            <a:pPr algn="ctr"/>
            <a:r>
              <a:rPr lang="en-US" sz="2000" b="1">
                <a:solidFill>
                  <a:srgbClr val="000000"/>
                </a:solidFill>
              </a:rPr>
              <a:t>Of wining $1000?</a:t>
            </a:r>
            <a:endParaRPr lang="en-US" sz="200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D0AB864D-73BC-A70A-BC58-813DFCC442CC}"/>
              </a:ext>
            </a:extLst>
          </p:cNvPr>
          <p:cNvSpPr/>
          <p:nvPr/>
        </p:nvSpPr>
        <p:spPr>
          <a:xfrm>
            <a:off x="8249030" y="2011680"/>
            <a:ext cx="2495169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L</a:t>
            </a:r>
            <a:r>
              <a:rPr lang="en-US" altLang="zh-CN" sz="2000" b="1">
                <a:solidFill>
                  <a:srgbClr val="000000"/>
                </a:solidFill>
              </a:rPr>
              <a:t>ose </a:t>
            </a:r>
            <a:r>
              <a:rPr lang="en-US" sz="2000" b="1">
                <a:solidFill>
                  <a:srgbClr val="000000"/>
                </a:solidFill>
              </a:rPr>
              <a:t>$500 for sure</a:t>
            </a:r>
            <a:endParaRPr lang="en-US" sz="2000"/>
          </a:p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or </a:t>
            </a:r>
          </a:p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50% chance of losing $1000?</a:t>
            </a:r>
            <a:endParaRPr 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did we notice? Prospect theory in plain English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331720" cy="3520440"/>
          </a:xfrm>
          <a:prstGeom prst="roundRect">
            <a:avLst>
              <a:gd name="adj" fmla="val 3137"/>
            </a:avLst>
          </a:prstGeom>
          <a:solidFill>
            <a:srgbClr val="F7E8C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203911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9324A"/>
                </a:solidFill>
              </a:rPr>
              <a:t>Reference point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042416" y="2743200"/>
            <a:ext cx="19019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We judge outcomes relative to where we started.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3566160" y="1828800"/>
            <a:ext cx="2331720" cy="3520440"/>
          </a:xfrm>
          <a:prstGeom prst="roundRect">
            <a:avLst>
              <a:gd name="adj" fmla="val 3137"/>
            </a:avLst>
          </a:prstGeom>
          <a:solidFill>
            <a:srgbClr val="F4DFDB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3749040" y="2167128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9324A"/>
                </a:solidFill>
              </a:rPr>
              <a:t>Loss aversion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3785616" y="2743200"/>
            <a:ext cx="19019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A loss usually hurts more than an equal gain feels good.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2331720" cy="3520440"/>
          </a:xfrm>
          <a:prstGeom prst="roundRect">
            <a:avLst>
              <a:gd name="adj" fmla="val 3137"/>
            </a:avLst>
          </a:prstGeom>
          <a:solidFill>
            <a:srgbClr val="DFE9F4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92240" y="2029968"/>
            <a:ext cx="20116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9324A"/>
                </a:solidFill>
              </a:rPr>
              <a:t>Diminishing sensitivity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6528816" y="2743200"/>
            <a:ext cx="19019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The jump from 0 to 100 feels bigger than 1100 to 1200.</a:t>
            </a:r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9052560" y="1828800"/>
            <a:ext cx="2331720" cy="3520440"/>
          </a:xfrm>
          <a:prstGeom prst="roundRect">
            <a:avLst>
              <a:gd name="adj" fmla="val 3137"/>
            </a:avLst>
          </a:prstGeom>
          <a:solidFill>
            <a:srgbClr val="E2EEE6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235440" y="2029968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9324A"/>
                </a:solidFill>
              </a:rPr>
              <a:t>Probability weighting</a:t>
            </a:r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9272016" y="2743200"/>
            <a:ext cx="19019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Tiny probabilities can feel bigger than they really are.</a:t>
            </a:r>
            <a:endParaRPr lang="en-US" sz="2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F7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IV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Game 3: sell or hold?</a:t>
            </a:r>
            <a:endParaRPr lang="en-US" sz="2500"/>
          </a:p>
        </p:txBody>
      </p:sp>
      <p:sp>
        <p:nvSpPr>
          <p:cNvPr id="6" name="Shape 4"/>
          <p:cNvSpPr/>
          <p:nvPr/>
        </p:nvSpPr>
        <p:spPr>
          <a:xfrm>
            <a:off x="862584" y="1465783"/>
            <a:ext cx="5257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309360" y="1465783"/>
            <a:ext cx="5257800" cy="4614977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563624"/>
            <a:ext cx="17190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9324A"/>
                </a:solidFill>
              </a:rPr>
              <a:t>Path A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1097280" y="2075688"/>
            <a:ext cx="477316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0000"/>
                </a:solidFill>
              </a:rPr>
              <a:t>buy at 10 → rise to 20 → drop to 15</a:t>
            </a:r>
            <a:endParaRPr lang="en-US" sz="2200"/>
          </a:p>
        </p:txBody>
      </p:sp>
      <p:sp>
        <p:nvSpPr>
          <p:cNvPr id="30" name="Text 28"/>
          <p:cNvSpPr/>
          <p:nvPr/>
        </p:nvSpPr>
        <p:spPr>
          <a:xfrm>
            <a:off x="1243584" y="491947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C65A4B"/>
                </a:solidFill>
              </a:rPr>
              <a:t>Would you sell or hold? Why?</a:t>
            </a:r>
            <a:endParaRPr lang="en-US" sz="2000"/>
          </a:p>
        </p:txBody>
      </p:sp>
      <p:sp>
        <p:nvSpPr>
          <p:cNvPr id="31" name="Text 29"/>
          <p:cNvSpPr/>
          <p:nvPr/>
        </p:nvSpPr>
        <p:spPr>
          <a:xfrm>
            <a:off x="6583680" y="1609344"/>
            <a:ext cx="1517904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9324A"/>
                </a:solidFill>
              </a:rPr>
              <a:t>Path B</a:t>
            </a:r>
            <a:endParaRPr lang="en-US" sz="2200"/>
          </a:p>
        </p:txBody>
      </p:sp>
      <p:sp>
        <p:nvSpPr>
          <p:cNvPr id="32" name="Text 30"/>
          <p:cNvSpPr/>
          <p:nvPr/>
        </p:nvSpPr>
        <p:spPr>
          <a:xfrm>
            <a:off x="6583680" y="2075688"/>
            <a:ext cx="462686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0000"/>
                </a:solidFill>
              </a:rPr>
              <a:t>buy at 10 → fall to 7 → recover to 9</a:t>
            </a:r>
            <a:endParaRPr lang="en-US" sz="220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26</a:t>
            </a:fld>
            <a:endParaRPr lang="en-US"/>
          </a:p>
        </p:txBody>
      </p:sp>
      <p:pic>
        <p:nvPicPr>
          <p:cNvPr id="54" name="Image 0" descr="preencoded.png">
            <a:extLst>
              <a:ext uri="{FF2B5EF4-FFF2-40B4-BE49-F238E27FC236}">
                <a16:creationId xmlns:a16="http://schemas.microsoft.com/office/drawing/2014/main" id="{32D5C6D7-E326-C2A5-ABFC-1783E52B98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3584" y="2926080"/>
            <a:ext cx="4480560" cy="1371600"/>
          </a:xfrm>
          <a:prstGeom prst="rect">
            <a:avLst/>
          </a:prstGeom>
        </p:spPr>
      </p:pic>
      <p:sp>
        <p:nvSpPr>
          <p:cNvPr id="55" name="Text 28">
            <a:extLst>
              <a:ext uri="{FF2B5EF4-FFF2-40B4-BE49-F238E27FC236}">
                <a16:creationId xmlns:a16="http://schemas.microsoft.com/office/drawing/2014/main" id="{1B347B6D-3116-94C4-9F80-B4B459A8C2F2}"/>
              </a:ext>
            </a:extLst>
          </p:cNvPr>
          <p:cNvSpPr/>
          <p:nvPr/>
        </p:nvSpPr>
        <p:spPr>
          <a:xfrm>
            <a:off x="6708648" y="491947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C65A4B"/>
                </a:solidFill>
              </a:rPr>
              <a:t>Would you sell or hold? Why?</a:t>
            </a:r>
            <a:endParaRPr lang="en-US" sz="2000"/>
          </a:p>
        </p:txBody>
      </p:sp>
      <p:pic>
        <p:nvPicPr>
          <p:cNvPr id="56" name="Image 1" descr="preencoded.png">
            <a:extLst>
              <a:ext uri="{FF2B5EF4-FFF2-40B4-BE49-F238E27FC236}">
                <a16:creationId xmlns:a16="http://schemas.microsoft.com/office/drawing/2014/main" id="{1918E377-C57F-0A63-9087-6ABAE3F664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992" y="2926080"/>
            <a:ext cx="420624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Investor vs. advisor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868680" y="1508760"/>
            <a:ext cx="4937760" cy="3218688"/>
          </a:xfrm>
          <a:prstGeom prst="roundRect">
            <a:avLst>
              <a:gd name="adj" fmla="val 1633"/>
            </a:avLst>
          </a:prstGeom>
          <a:solidFill>
            <a:srgbClr val="DFE9F4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355080" y="1508760"/>
            <a:ext cx="4937760" cy="3218688"/>
          </a:xfrm>
          <a:prstGeom prst="roundRect">
            <a:avLst>
              <a:gd name="adj" fmla="val 1633"/>
            </a:avLst>
          </a:prstGeom>
          <a:solidFill>
            <a:srgbClr val="F7E8C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4398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9324A"/>
                </a:solidFill>
              </a:rPr>
              <a:t>As the investor, I would…</a:t>
            </a:r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1463040" y="2606040"/>
            <a:ext cx="3794760" cy="1097280"/>
          </a:xfrm>
          <a:prstGeom prst="cloud">
            <a:avLst/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627632" y="2752344"/>
            <a:ext cx="3465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 in the gain</a:t>
            </a:r>
            <a:endParaRPr lang="en-US" sz="1700"/>
          </a:p>
          <a:p>
            <a:pPr marL="0" indent="0" algn="ctr">
              <a:buNone/>
            </a:pPr>
            <a:r>
              <a:rPr lang="en-US" sz="1700" i="1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altLang="zh-CN" sz="1700" i="1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</a:t>
            </a:r>
            <a:endParaRPr lang="en-US" sz="1700"/>
          </a:p>
          <a:p>
            <a:pPr marL="0" indent="0" algn="ctr">
              <a:buNone/>
            </a:pPr>
            <a:r>
              <a:rPr lang="en-US" sz="1700" i="1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until it gets back to 10</a:t>
            </a:r>
            <a:endParaRPr lang="en-US" sz="1700"/>
          </a:p>
        </p:txBody>
      </p:sp>
      <p:sp>
        <p:nvSpPr>
          <p:cNvPr id="10" name="Text 8"/>
          <p:cNvSpPr/>
          <p:nvPr/>
        </p:nvSpPr>
        <p:spPr>
          <a:xfrm>
            <a:off x="6537960" y="1709928"/>
            <a:ext cx="4572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9324A"/>
                </a:solidFill>
              </a:rPr>
              <a:t>As the advisor, I would tell my customer…</a:t>
            </a:r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6903720" y="2606040"/>
            <a:ext cx="3703320" cy="1097280"/>
          </a:xfrm>
          <a:prstGeom prst="cloud">
            <a:avLst/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068312" y="2752344"/>
            <a:ext cx="3374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Ignore the purchase price.</a:t>
            </a:r>
            <a:endParaRPr lang="en-US" sz="1700"/>
          </a:p>
          <a:p>
            <a:pPr marL="0" indent="0" algn="ctr">
              <a:buNone/>
            </a:pPr>
            <a:r>
              <a:rPr lang="en-US" sz="1700" i="1">
                <a:solidFill>
                  <a:srgbClr val="19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matters now?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2314956" y="5148072"/>
            <a:ext cx="7562088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chemeClr val="accent6"/>
                </a:solidFill>
              </a:rPr>
              <a:t>Why do answers change when the money feels personal?</a:t>
            </a:r>
            <a:endParaRPr lang="en-US" sz="2200">
              <a:solidFill>
                <a:schemeClr val="accent6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37960" y="4251961"/>
            <a:ext cx="4572000" cy="10515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real investors often do</a:t>
            </a:r>
            <a:endParaRPr lang="en-US" sz="250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B2B426B-F815-B05B-FCE6-DA0BA3098B85}"/>
              </a:ext>
            </a:extLst>
          </p:cNvPr>
          <p:cNvGrpSpPr/>
          <p:nvPr/>
        </p:nvGrpSpPr>
        <p:grpSpPr>
          <a:xfrm>
            <a:off x="1549862" y="1714731"/>
            <a:ext cx="3337560" cy="3611880"/>
            <a:chOff x="868680" y="1691640"/>
            <a:chExt cx="3337560" cy="3611880"/>
          </a:xfrm>
        </p:grpSpPr>
        <p:sp>
          <p:nvSpPr>
            <p:cNvPr id="5" name="Shape 3"/>
            <p:cNvSpPr/>
            <p:nvPr/>
          </p:nvSpPr>
          <p:spPr>
            <a:xfrm>
              <a:off x="868680" y="1691640"/>
              <a:ext cx="3337560" cy="3611880"/>
            </a:xfrm>
            <a:prstGeom prst="roundRect">
              <a:avLst>
                <a:gd name="adj" fmla="val 2192"/>
              </a:avLst>
            </a:prstGeom>
            <a:solidFill>
              <a:srgbClr val="FFFFFF"/>
            </a:solidFill>
            <a:ln w="12700">
              <a:solidFill>
                <a:srgbClr val="E6DED2"/>
              </a:solidFill>
              <a:prstDash val="solid"/>
            </a:ln>
            <a:effectLst>
              <a:outerShdw blurRad="15240" dist="1905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1143000" y="1993392"/>
              <a:ext cx="26517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19324A"/>
                  </a:solidFill>
                </a:rPr>
                <a:t>Disposition effect</a:t>
              </a:r>
              <a:endParaRPr lang="en-US" sz="2200"/>
            </a:p>
          </p:txBody>
        </p:sp>
        <p:sp>
          <p:nvSpPr>
            <p:cNvPr id="9" name="Text 7"/>
            <p:cNvSpPr/>
            <p:nvPr/>
          </p:nvSpPr>
          <p:spPr>
            <a:xfrm>
              <a:off x="1143000" y="2651760"/>
              <a:ext cx="269748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>
                  <a:solidFill>
                    <a:srgbClr val="000000"/>
                  </a:solidFill>
                </a:rPr>
                <a:t>People are more likely to sell assets at gains than assets at losses.</a:t>
              </a:r>
              <a:endParaRPr lang="en-US" sz="210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3CB65C21-7177-B820-D78E-865C4F5B4185}"/>
              </a:ext>
            </a:extLst>
          </p:cNvPr>
          <p:cNvGrpSpPr/>
          <p:nvPr/>
        </p:nvGrpSpPr>
        <p:grpSpPr>
          <a:xfrm>
            <a:off x="7552113" y="1714731"/>
            <a:ext cx="3337560" cy="3611880"/>
            <a:chOff x="4434840" y="1691640"/>
            <a:chExt cx="3337560" cy="3611880"/>
          </a:xfrm>
        </p:grpSpPr>
        <p:sp>
          <p:nvSpPr>
            <p:cNvPr id="6" name="Shape 4"/>
            <p:cNvSpPr/>
            <p:nvPr/>
          </p:nvSpPr>
          <p:spPr>
            <a:xfrm>
              <a:off x="4434840" y="1691640"/>
              <a:ext cx="3337560" cy="3611880"/>
            </a:xfrm>
            <a:prstGeom prst="roundRect">
              <a:avLst>
                <a:gd name="adj" fmla="val 2192"/>
              </a:avLst>
            </a:prstGeom>
            <a:solidFill>
              <a:srgbClr val="FFFFFF"/>
            </a:solidFill>
            <a:ln w="12700">
              <a:solidFill>
                <a:srgbClr val="E6DED2"/>
              </a:solidFill>
              <a:prstDash val="solid"/>
            </a:ln>
            <a:effectLst>
              <a:outerShdw blurRad="15240" dist="1905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4709160" y="1993392"/>
              <a:ext cx="265176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19324A"/>
                  </a:solidFill>
                </a:rPr>
                <a:t>Extrapolation</a:t>
              </a:r>
              <a:endParaRPr lang="en-US" sz="2200"/>
            </a:p>
          </p:txBody>
        </p:sp>
        <p:sp>
          <p:nvSpPr>
            <p:cNvPr id="11" name="Text 9"/>
            <p:cNvSpPr/>
            <p:nvPr/>
          </p:nvSpPr>
          <p:spPr>
            <a:xfrm>
              <a:off x="4709160" y="2651760"/>
              <a:ext cx="269748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>
                  <a:solidFill>
                    <a:srgbClr val="000000"/>
                  </a:solidFill>
                </a:rPr>
                <a:t>Recent winners can attract optimistic beliefs and more demand.</a:t>
              </a:r>
              <a:endParaRPr lang="en-US" sz="2100"/>
            </a:p>
          </p:txBody>
        </p:sp>
      </p:grpSp>
      <p:sp>
        <p:nvSpPr>
          <p:cNvPr id="14" name="Text 12"/>
          <p:cNvSpPr/>
          <p:nvPr/>
        </p:nvSpPr>
        <p:spPr>
          <a:xfrm>
            <a:off x="868680" y="5477256"/>
            <a:ext cx="104698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>
                <a:solidFill>
                  <a:srgbClr val="C65A4B"/>
                </a:solidFill>
              </a:rPr>
              <a:t>Big message: human patterns are not just personal mistakes; </a:t>
            </a:r>
          </a:p>
          <a:p>
            <a:pPr marL="0" indent="0" algn="ctr">
              <a:buNone/>
            </a:pPr>
            <a:r>
              <a:rPr lang="en-US" sz="2300" b="1">
                <a:solidFill>
                  <a:srgbClr val="C65A4B"/>
                </a:solidFill>
              </a:rPr>
              <a:t>they can scale up into market behavior.</a:t>
            </a:r>
            <a:endParaRPr lang="en-US" sz="2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F7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V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market simulation</a:t>
            </a:r>
            <a:endParaRPr lang="en-US" sz="250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200400" cy="4526280"/>
          </a:xfrm>
          <a:prstGeom prst="roundRect">
            <a:avLst>
              <a:gd name="adj" fmla="val 2286"/>
            </a:avLst>
          </a:prstGeom>
          <a:solidFill>
            <a:srgbClr val="DFE9F4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" y="1746504"/>
            <a:ext cx="1380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9324A"/>
                </a:solidFill>
              </a:rPr>
              <a:t>Rule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1097280" y="2400300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293876" y="2276856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only see a little recent information.</a:t>
            </a:r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1097280" y="3223260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293876" y="3090672"/>
            <a:ext cx="25877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round, choose Buy / Sell / Hold.</a:t>
            </a:r>
            <a:endParaRPr lang="en-US" sz="2000"/>
          </a:p>
        </p:txBody>
      </p:sp>
      <p:sp>
        <p:nvSpPr>
          <p:cNvPr id="12" name="Shape 10"/>
          <p:cNvSpPr/>
          <p:nvPr/>
        </p:nvSpPr>
        <p:spPr>
          <a:xfrm>
            <a:off x="1097280" y="4315968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293876" y="3959353"/>
            <a:ext cx="252374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whether the class reacts to value, trend, or crowd energy.</a:t>
            </a:r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4389120" y="1554480"/>
            <a:ext cx="69494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736592" y="187452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E2EEE6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965192" y="20574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9324A"/>
                </a:solidFill>
              </a:rPr>
              <a:t>Round 1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4805172" y="2436876"/>
            <a:ext cx="2697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Price: 100 → 104 → 108</a:t>
            </a:r>
            <a:endParaRPr lang="en-US" sz="2000"/>
          </a:p>
        </p:txBody>
      </p:sp>
      <p:sp>
        <p:nvSpPr>
          <p:cNvPr id="18" name="Shape 16"/>
          <p:cNvSpPr/>
          <p:nvPr/>
        </p:nvSpPr>
        <p:spPr>
          <a:xfrm>
            <a:off x="7982712" y="1874520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F7E8C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11312" y="20574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9324A"/>
                </a:solidFill>
              </a:rPr>
              <a:t>Round 2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8183880" y="2473452"/>
            <a:ext cx="246888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Headline: “This stock is the future.”</a:t>
            </a:r>
            <a:endParaRPr lang="en-US" sz="2000"/>
          </a:p>
        </p:txBody>
      </p:sp>
      <p:sp>
        <p:nvSpPr>
          <p:cNvPr id="21" name="Shape 19"/>
          <p:cNvSpPr/>
          <p:nvPr/>
        </p:nvSpPr>
        <p:spPr>
          <a:xfrm>
            <a:off x="4736592" y="3813048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DFE9F4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965192" y="399592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9324A"/>
                </a:solidFill>
              </a:rPr>
              <a:t>Round 3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4919472" y="442569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Price: 108 → 114</a:t>
            </a:r>
            <a:endParaRPr lang="en-US" sz="2000"/>
          </a:p>
        </p:txBody>
      </p:sp>
      <p:sp>
        <p:nvSpPr>
          <p:cNvPr id="24" name="Shape 22"/>
          <p:cNvSpPr/>
          <p:nvPr/>
        </p:nvSpPr>
        <p:spPr>
          <a:xfrm>
            <a:off x="7982712" y="3813048"/>
            <a:ext cx="2880360" cy="1508760"/>
          </a:xfrm>
          <a:prstGeom prst="roundRect">
            <a:avLst>
              <a:gd name="adj" fmla="val 4848"/>
            </a:avLst>
          </a:prstGeom>
          <a:solidFill>
            <a:srgbClr val="F4DFDB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211312" y="399592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9324A"/>
                </a:solidFill>
              </a:rPr>
              <a:t>Round 4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8165592" y="4343400"/>
            <a:ext cx="24688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00000"/>
                </a:solidFill>
              </a:rPr>
              <a:t>Rumor: “Something may be wrong.”</a:t>
            </a:r>
            <a:endParaRPr lang="en-US" sz="200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market moved. Did value move too?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822960" y="150876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5989320" y="15087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6400800" y="2029968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6565392" y="1941271"/>
            <a:ext cx="4361688" cy="470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class react to fundamentals, trend, or social signals?</a:t>
            </a:r>
            <a:endParaRPr lang="en-US" sz="1800"/>
          </a:p>
        </p:txBody>
      </p:sp>
      <p:sp>
        <p:nvSpPr>
          <p:cNvPr id="30" name="Shape 28"/>
          <p:cNvSpPr/>
          <p:nvPr/>
        </p:nvSpPr>
        <p:spPr>
          <a:xfrm>
            <a:off x="6400800" y="2761488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565392" y="2697479"/>
            <a:ext cx="4133088" cy="235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did confidence spread?</a:t>
            </a:r>
            <a:endParaRPr lang="en-US" sz="1800"/>
          </a:p>
        </p:txBody>
      </p:sp>
      <p:sp>
        <p:nvSpPr>
          <p:cNvPr id="32" name="Shape 30"/>
          <p:cNvSpPr/>
          <p:nvPr/>
        </p:nvSpPr>
        <p:spPr>
          <a:xfrm>
            <a:off x="6400800" y="3493008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565392" y="3429000"/>
            <a:ext cx="4133088" cy="2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did fear spread?</a:t>
            </a:r>
            <a:endParaRPr lang="en-US" sz="1800"/>
          </a:p>
        </p:txBody>
      </p:sp>
      <p:sp>
        <p:nvSpPr>
          <p:cNvPr id="34" name="Shape 32"/>
          <p:cNvSpPr/>
          <p:nvPr/>
        </p:nvSpPr>
        <p:spPr>
          <a:xfrm>
            <a:off x="6400800" y="4224528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565392" y="4091026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anyone buy mainly because others seemed optimistic?</a:t>
            </a:r>
            <a:endParaRPr lang="en-US" sz="1800"/>
          </a:p>
        </p:txBody>
      </p:sp>
      <p:sp>
        <p:nvSpPr>
          <p:cNvPr id="36" name="Text 34"/>
          <p:cNvSpPr/>
          <p:nvPr/>
        </p:nvSpPr>
        <p:spPr>
          <a:xfrm>
            <a:off x="1033272" y="4800600"/>
            <a:ext cx="45445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2F7E79"/>
                </a:solidFill>
              </a:rPr>
              <a:t>Behavioral finance asks how individual beliefs become group price movements.</a:t>
            </a:r>
            <a:endParaRPr lang="en-US" sz="220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30</a:t>
            </a:fld>
            <a:endParaRPr lang="en-US"/>
          </a:p>
        </p:txBody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F2DD4B5D-5D09-8575-55D8-9DC0FA9E77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5616" y="2276997"/>
            <a:ext cx="4061206" cy="2249283"/>
          </a:xfrm>
          <a:prstGeom prst="rect">
            <a:avLst/>
          </a:prstGeom>
        </p:spPr>
      </p:pic>
      <p:sp>
        <p:nvSpPr>
          <p:cNvPr id="39" name="Text 5">
            <a:extLst>
              <a:ext uri="{FF2B5EF4-FFF2-40B4-BE49-F238E27FC236}">
                <a16:creationId xmlns:a16="http://schemas.microsoft.com/office/drawing/2014/main" id="{D2101A8C-BF29-CCE6-EFC6-37C9EEADA1E9}"/>
              </a:ext>
            </a:extLst>
          </p:cNvPr>
          <p:cNvSpPr/>
          <p:nvPr/>
        </p:nvSpPr>
        <p:spPr>
          <a:xfrm>
            <a:off x="1097280" y="1746504"/>
            <a:ext cx="2761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9324A"/>
                </a:solidFill>
              </a:rPr>
              <a:t>Fundamental Value</a:t>
            </a:r>
            <a:endParaRPr lang="en-US" sz="220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44B833FF-3CF8-E765-D500-E14CDF08A1AA}"/>
              </a:ext>
            </a:extLst>
          </p:cNvPr>
          <p:cNvSpPr/>
          <p:nvPr/>
        </p:nvSpPr>
        <p:spPr>
          <a:xfrm>
            <a:off x="7699248" y="45445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19324A"/>
                </a:solidFill>
              </a:rPr>
              <a:t>Herding</a:t>
            </a:r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80688-C275-0EFD-E57B-6BBD160A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D001BE-703A-3D5D-479E-906AE58835CE}"/>
              </a:ext>
            </a:extLst>
          </p:cNvPr>
          <p:cNvSpPr/>
          <p:nvPr/>
        </p:nvSpPr>
        <p:spPr>
          <a:xfrm>
            <a:off x="731520" y="380653"/>
            <a:ext cx="7820627" cy="606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19324A"/>
                </a:solidFill>
                <a:latin typeface="Aptos Display"/>
                <a:ea typeface="Roboto"/>
                <a:cs typeface="Roboto"/>
              </a:rPr>
              <a:t>Long Term Capital Management</a:t>
            </a:r>
            <a:endParaRPr lang="en-US" sz="2500" b="1">
              <a:solidFill>
                <a:srgbClr val="19324A"/>
              </a:solidFill>
              <a:latin typeface="Aptos Display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39FF722-6C43-E13C-E5B2-30E437DC40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31</a:t>
            </a:fld>
            <a:endParaRPr lang="en-US"/>
          </a:p>
        </p:txBody>
      </p:sp>
      <p:pic>
        <p:nvPicPr>
          <p:cNvPr id="3" name="联机媒体 2" title="The INSANE Story of How a Hedge Fund Collapsed the Wall Street | Long Term Capital Management (LTCM)">
            <a:hlinkClick r:id="" action="ppaction://noaction"/>
            <a:extLst>
              <a:ext uri="{FF2B5EF4-FFF2-40B4-BE49-F238E27FC236}">
                <a16:creationId xmlns:a16="http://schemas.microsoft.com/office/drawing/2014/main" id="{523F5508-46A5-ACAC-6A02-93F70837734F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178795" y="998951"/>
            <a:ext cx="9512409" cy="535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8296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If mistakes are obvious, why doesn’t the market fix them?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868680" y="16459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DFE9F4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69848" y="1828800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15568" y="18745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554480" y="1828800"/>
            <a:ext cx="25694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9324A"/>
                </a:solidFill>
              </a:rPr>
              <a:t>Fundamental risk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1069848" y="23042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000000"/>
                </a:solidFill>
              </a:rPr>
              <a:t>Maybe the asset value really does change for good reason.</a:t>
            </a:r>
            <a:endParaRPr lang="en-US" sz="1900"/>
          </a:p>
        </p:txBody>
      </p:sp>
      <p:sp>
        <p:nvSpPr>
          <p:cNvPr id="10" name="Shape 8"/>
          <p:cNvSpPr/>
          <p:nvPr/>
        </p:nvSpPr>
        <p:spPr>
          <a:xfrm>
            <a:off x="6355080" y="164592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F7E8C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556248" y="1828800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601968" y="187452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7040880" y="1828800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9324A"/>
                </a:solidFill>
              </a:rPr>
              <a:t>Noise trader risk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556248" y="230428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000000"/>
                </a:solidFill>
              </a:rPr>
              <a:t>Prices can get even crazier before they calm down.</a:t>
            </a:r>
            <a:endParaRPr lang="en-US" sz="1900"/>
          </a:p>
        </p:txBody>
      </p:sp>
      <p:sp>
        <p:nvSpPr>
          <p:cNvPr id="15" name="Shape 13"/>
          <p:cNvSpPr/>
          <p:nvPr/>
        </p:nvSpPr>
        <p:spPr>
          <a:xfrm>
            <a:off x="868680" y="356616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E2EEE6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069848" y="3749040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15568" y="379476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1554480" y="3749040"/>
            <a:ext cx="24505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9324A"/>
                </a:solidFill>
              </a:rPr>
              <a:t>Horizon risk</a:t>
            </a:r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1069848" y="4224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000000"/>
                </a:solidFill>
              </a:rPr>
              <a:t>The correction may take too long to pay off.</a:t>
            </a:r>
            <a:endParaRPr lang="en-US" sz="1900"/>
          </a:p>
        </p:txBody>
      </p:sp>
      <p:sp>
        <p:nvSpPr>
          <p:cNvPr id="20" name="Shape 18"/>
          <p:cNvSpPr/>
          <p:nvPr/>
        </p:nvSpPr>
        <p:spPr>
          <a:xfrm>
            <a:off x="6355080" y="3566160"/>
            <a:ext cx="4983480" cy="1508760"/>
          </a:xfrm>
          <a:prstGeom prst="roundRect">
            <a:avLst>
              <a:gd name="adj" fmla="val 4848"/>
            </a:avLst>
          </a:prstGeom>
          <a:solidFill>
            <a:srgbClr val="F4DFDB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556248" y="3749040"/>
            <a:ext cx="347472" cy="310896"/>
          </a:xfrm>
          <a:prstGeom prst="roundRect">
            <a:avLst>
              <a:gd name="adj" fmla="val 20588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601968" y="379476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7040880" y="3749040"/>
            <a:ext cx="3145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9324A"/>
                </a:solidFill>
              </a:rPr>
              <a:t>Implementation costs</a:t>
            </a:r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6556248" y="422452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000000"/>
                </a:solidFill>
              </a:rPr>
              <a:t>Trading, shorting, and research all cost money.</a:t>
            </a:r>
            <a:endParaRPr lang="en-US" sz="1900"/>
          </a:p>
        </p:txBody>
      </p:sp>
      <p:sp>
        <p:nvSpPr>
          <p:cNvPr id="25" name="Text 23"/>
          <p:cNvSpPr/>
          <p:nvPr/>
        </p:nvSpPr>
        <p:spPr>
          <a:xfrm>
            <a:off x="960120" y="5385816"/>
            <a:ext cx="1018641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C65A4B"/>
                </a:solidFill>
              </a:rPr>
              <a:t>Seeing a mistake is not the same as being able to profit from fixing it right away.</a:t>
            </a:r>
            <a:endParaRPr lang="en-US" sz="220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F7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1: which bias is this?</a:t>
            </a:r>
            <a:endParaRPr lang="en-US" sz="2500"/>
          </a:p>
        </p:txBody>
      </p:sp>
      <p:sp>
        <p:nvSpPr>
          <p:cNvPr id="6" name="Shape 4"/>
          <p:cNvSpPr/>
          <p:nvPr/>
        </p:nvSpPr>
        <p:spPr>
          <a:xfrm>
            <a:off x="868680" y="1453896"/>
            <a:ext cx="10671048" cy="3986784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106424" y="2052827"/>
            <a:ext cx="73152" cy="73152"/>
          </a:xfrm>
          <a:prstGeom prst="ellipse">
            <a:avLst/>
          </a:prstGeom>
          <a:solidFill>
            <a:srgbClr val="2F7E79"/>
          </a:solidFill>
          <a:ln w="12700">
            <a:solidFill>
              <a:srgbClr val="2F7E7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89304" y="1933955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E1E1E"/>
                </a:solidFill>
              </a:rPr>
              <a:t>After three up days, an investor expects the stock to keep rising.</a:t>
            </a:r>
            <a:endParaRPr lang="en-US" sz="1900"/>
          </a:p>
        </p:txBody>
      </p:sp>
      <p:sp>
        <p:nvSpPr>
          <p:cNvPr id="9" name="Text 7"/>
          <p:cNvSpPr/>
          <p:nvPr/>
        </p:nvSpPr>
        <p:spPr>
          <a:xfrm>
            <a:off x="8604504" y="1979675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19324A"/>
                </a:solidFill>
              </a:rPr>
              <a:t>Extrapolation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1106424" y="2674619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289304" y="2537459"/>
            <a:ext cx="7379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E1E1E"/>
                </a:solidFill>
              </a:rPr>
              <a:t>A person refuses to sell until the stock gets back to the purchase price.</a:t>
            </a:r>
            <a:endParaRPr lang="en-US" sz="1900"/>
          </a:p>
        </p:txBody>
      </p:sp>
      <p:sp>
        <p:nvSpPr>
          <p:cNvPr id="12" name="Text 10"/>
          <p:cNvSpPr/>
          <p:nvPr/>
        </p:nvSpPr>
        <p:spPr>
          <a:xfrm>
            <a:off x="8403336" y="2427731"/>
            <a:ext cx="285292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>
                <a:solidFill>
                  <a:srgbClr val="19324A"/>
                </a:solidFill>
              </a:rPr>
              <a:t>D</a:t>
            </a:r>
            <a:r>
              <a:rPr lang="en-US" sz="1800" b="1">
                <a:solidFill>
                  <a:srgbClr val="19324A"/>
                </a:solidFill>
              </a:rPr>
              <a:t>isposition effect</a:t>
            </a:r>
            <a:endParaRPr lang="en-US" sz="1800"/>
          </a:p>
        </p:txBody>
      </p:sp>
      <p:sp>
        <p:nvSpPr>
          <p:cNvPr id="13" name="Shape 11"/>
          <p:cNvSpPr/>
          <p:nvPr/>
        </p:nvSpPr>
        <p:spPr>
          <a:xfrm>
            <a:off x="1106424" y="3296411"/>
            <a:ext cx="73152" cy="73152"/>
          </a:xfrm>
          <a:prstGeom prst="ellipse">
            <a:avLst/>
          </a:prstGeom>
          <a:solidFill>
            <a:srgbClr val="C65A4B"/>
          </a:solidFill>
          <a:ln w="12700">
            <a:solidFill>
              <a:srgbClr val="C65A4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289304" y="3204971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E1E1E"/>
                </a:solidFill>
              </a:rPr>
              <a:t>A student turns down a 50:50 win $110 / lose $100 bet.</a:t>
            </a:r>
            <a:endParaRPr lang="en-US" sz="1900"/>
          </a:p>
        </p:txBody>
      </p:sp>
      <p:sp>
        <p:nvSpPr>
          <p:cNvPr id="15" name="Text 13"/>
          <p:cNvSpPr/>
          <p:nvPr/>
        </p:nvSpPr>
        <p:spPr>
          <a:xfrm>
            <a:off x="8604504" y="3223259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19324A"/>
                </a:solidFill>
              </a:rPr>
              <a:t>Loss aversion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1106424" y="3977639"/>
            <a:ext cx="73152" cy="73152"/>
          </a:xfrm>
          <a:prstGeom prst="ellipse">
            <a:avLst/>
          </a:prstGeom>
          <a:solidFill>
            <a:srgbClr val="6C9A59"/>
          </a:solidFill>
          <a:ln w="12700">
            <a:solidFill>
              <a:srgbClr val="6C9A5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289304" y="3817619"/>
            <a:ext cx="7178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E1E1E"/>
                </a:solidFill>
              </a:rPr>
              <a:t>A lottery-style payoff feels more attractive than the true odds justify.</a:t>
            </a:r>
            <a:endParaRPr lang="en-US" sz="1900"/>
          </a:p>
        </p:txBody>
      </p:sp>
      <p:sp>
        <p:nvSpPr>
          <p:cNvPr id="21" name="Text 19"/>
          <p:cNvSpPr/>
          <p:nvPr/>
        </p:nvSpPr>
        <p:spPr>
          <a:xfrm>
            <a:off x="8604504" y="3904487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19324A"/>
                </a:solidFill>
              </a:rPr>
              <a:t>Probability weighting</a:t>
            </a:r>
            <a:endParaRPr lang="en-US" sz="1800"/>
          </a:p>
        </p:txBody>
      </p:sp>
      <p:sp>
        <p:nvSpPr>
          <p:cNvPr id="22" name="Shape 20"/>
          <p:cNvSpPr/>
          <p:nvPr/>
        </p:nvSpPr>
        <p:spPr>
          <a:xfrm>
            <a:off x="1106424" y="4599431"/>
            <a:ext cx="73152" cy="73152"/>
          </a:xfrm>
          <a:prstGeom prst="ellipse">
            <a:avLst/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289304" y="4485131"/>
            <a:ext cx="71140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1E1E1E"/>
                </a:solidFill>
              </a:rPr>
              <a:t>Someone copies others because “so many people can’t be wrong.”</a:t>
            </a:r>
            <a:endParaRPr lang="en-US" sz="1900"/>
          </a:p>
        </p:txBody>
      </p:sp>
      <p:sp>
        <p:nvSpPr>
          <p:cNvPr id="24" name="Text 22"/>
          <p:cNvSpPr/>
          <p:nvPr/>
        </p:nvSpPr>
        <p:spPr>
          <a:xfrm>
            <a:off x="8604504" y="4526279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19324A"/>
                </a:solidFill>
              </a:rPr>
              <a:t>Herding</a:t>
            </a:r>
            <a:endParaRPr lang="en-US" sz="180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  <p:bldP spid="21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F7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 2: design a better decision rule</a:t>
            </a:r>
            <a:endParaRPr lang="en-US" sz="250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3840480" cy="4526280"/>
          </a:xfrm>
          <a:prstGeom prst="roundRect">
            <a:avLst>
              <a:gd name="adj" fmla="val 1905"/>
            </a:avLst>
          </a:prstGeom>
          <a:solidFill>
            <a:srgbClr val="E2EEE6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983480" y="1508760"/>
            <a:ext cx="63550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170432" y="1655064"/>
            <a:ext cx="1426464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9324A"/>
                </a:solidFill>
              </a:rPr>
              <a:t>Prompt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1170432" y="2194560"/>
            <a:ext cx="3200400" cy="1399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000000"/>
                </a:solidFill>
              </a:rPr>
              <a:t>Create one rule your group could actually use to reduce a common bias.</a:t>
            </a:r>
            <a:endParaRPr lang="en-US" sz="2300"/>
          </a:p>
        </p:txBody>
      </p:sp>
      <p:sp>
        <p:nvSpPr>
          <p:cNvPr id="10" name="Shape 8"/>
          <p:cNvSpPr/>
          <p:nvPr/>
        </p:nvSpPr>
        <p:spPr>
          <a:xfrm>
            <a:off x="1170432" y="4133088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335024" y="3995928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it in one sentence.</a:t>
            </a:r>
            <a:endParaRPr lang="en-US" sz="2000"/>
          </a:p>
        </p:txBody>
      </p:sp>
      <p:sp>
        <p:nvSpPr>
          <p:cNvPr id="12" name="Shape 10"/>
          <p:cNvSpPr/>
          <p:nvPr/>
        </p:nvSpPr>
        <p:spPr>
          <a:xfrm>
            <a:off x="1170432" y="4791456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335024" y="4695444"/>
            <a:ext cx="2414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specific.</a:t>
            </a:r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1170432" y="5449824"/>
            <a:ext cx="73152" cy="73152"/>
          </a:xfrm>
          <a:prstGeom prst="ellipse">
            <a:avLst/>
          </a:prstGeom>
          <a:solidFill>
            <a:srgbClr val="C98A2E"/>
          </a:solidFill>
          <a:ln w="12700">
            <a:solidFill>
              <a:srgbClr val="C98A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335024" y="5312664"/>
            <a:ext cx="2414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realistic.</a:t>
            </a:r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5303520" y="1673352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9324A"/>
                </a:solidFill>
              </a:rPr>
              <a:t>Examples</a:t>
            </a:r>
            <a:endParaRPr lang="en-US" sz="2200"/>
          </a:p>
        </p:txBody>
      </p:sp>
      <p:sp>
        <p:nvSpPr>
          <p:cNvPr id="17" name="Shape 15"/>
          <p:cNvSpPr/>
          <p:nvPr/>
        </p:nvSpPr>
        <p:spPr>
          <a:xfrm>
            <a:off x="5257800" y="2212848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DFE9F4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440680" y="2231136"/>
            <a:ext cx="52120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000000"/>
                </a:solidFill>
              </a:rPr>
              <a:t>“Never judge a stock by only three days of movement.”</a:t>
            </a:r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5257800" y="3017520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F7E8C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440680" y="3145536"/>
            <a:ext cx="5394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000000"/>
                </a:solidFill>
              </a:rPr>
              <a:t>“Write a selling rule before buying.”</a:t>
            </a:r>
            <a:endParaRPr lang="en-US" sz="2000"/>
          </a:p>
        </p:txBody>
      </p:sp>
      <p:sp>
        <p:nvSpPr>
          <p:cNvPr id="21" name="Shape 19"/>
          <p:cNvSpPr/>
          <p:nvPr/>
        </p:nvSpPr>
        <p:spPr>
          <a:xfrm>
            <a:off x="5257800" y="3822192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F4DFDB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440680" y="3858768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000000"/>
                </a:solidFill>
              </a:rPr>
              <a:t>“Ask what I would tell a friend in the same situation.”</a:t>
            </a:r>
            <a:endParaRPr lang="en-US" sz="2000"/>
          </a:p>
        </p:txBody>
      </p:sp>
      <p:sp>
        <p:nvSpPr>
          <p:cNvPr id="23" name="Shape 21"/>
          <p:cNvSpPr/>
          <p:nvPr/>
        </p:nvSpPr>
        <p:spPr>
          <a:xfrm>
            <a:off x="5257800" y="4626864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E2EEE6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440680" y="4695444"/>
            <a:ext cx="5321808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000000"/>
                </a:solidFill>
              </a:rPr>
              <a:t>“Separate what I paid from what I think it is worth now.”</a:t>
            </a:r>
            <a:endParaRPr lang="en-US" sz="2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21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193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2500"/>
          </a:p>
        </p:txBody>
      </p:sp>
      <p:sp>
        <p:nvSpPr>
          <p:cNvPr id="5" name="Shape 3"/>
          <p:cNvSpPr/>
          <p:nvPr/>
        </p:nvSpPr>
        <p:spPr>
          <a:xfrm>
            <a:off x="1234440" y="1554480"/>
            <a:ext cx="96926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6DED2"/>
            </a:solidFill>
            <a:prstDash val="solid"/>
          </a:ln>
          <a:effectLst>
            <a:outerShdw blurRad="1524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652016" y="2459736"/>
            <a:ext cx="8887968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9324A"/>
                </a:solidFill>
              </a:rPr>
              <a:t>Humans do not sit outside markets.</a:t>
            </a:r>
          </a:p>
          <a:p>
            <a:pPr marL="0" indent="0" algn="ctr">
              <a:buNone/>
            </a:pPr>
            <a:endParaRPr lang="en-US" sz="2400" b="1">
              <a:solidFill>
                <a:srgbClr val="19324A"/>
              </a:solidFill>
            </a:endParaRPr>
          </a:p>
          <a:p>
            <a:pPr marL="0" indent="0" algn="ctr">
              <a:buNone/>
            </a:pPr>
            <a:r>
              <a:rPr lang="en-US" sz="2400" b="1">
                <a:solidFill>
                  <a:srgbClr val="19324A"/>
                </a:solidFill>
              </a:rPr>
              <a:t> Humans are the market.</a:t>
            </a:r>
            <a:endParaRPr lang="en-US" sz="2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1908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D7469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518A77E0904A4AA2385D6D5CC91772" ma:contentTypeVersion="3" ma:contentTypeDescription="Create a new document." ma:contentTypeScope="" ma:versionID="193435620c9c278ff94ac46fe0f58be8">
  <xsd:schema xmlns:xsd="http://www.w3.org/2001/XMLSchema" xmlns:xs="http://www.w3.org/2001/XMLSchema" xmlns:p="http://schemas.microsoft.com/office/2006/metadata/properties" xmlns:ns2="b6ce657c-e071-4850-bb9e-22f9b7568e9e" targetNamespace="http://schemas.microsoft.com/office/2006/metadata/properties" ma:root="true" ma:fieldsID="4cd2c8c9c91d4eba02fbb70750c064fd" ns2:_="">
    <xsd:import namespace="b6ce657c-e071-4850-bb9e-22f9b7568e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ce657c-e071-4850-bb9e-22f9b7568e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B79260-3527-4F7E-A493-AAD7CE2CCD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9A7859A-2861-4F08-A93F-AA1343D1CD6D}">
  <ds:schemaRefs>
    <ds:schemaRef ds:uri="b6ce657c-e071-4850-bb9e-22f9b7568e9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AA3CAE3-CAD4-40DA-A050-D41B3757E2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宽屏</PresentationFormat>
  <Slides>35</Slides>
  <Notes>35</Notes>
  <HiddenSlides>1</Hidden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36" baseType="lpstr"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Finance Workshop</dc:title>
  <dc:subject>Behavioral Finance Workshop</dc:subject>
  <dc:creator>OpenAI</dc:creator>
  <cp:revision>136</cp:revision>
  <dcterms:created xsi:type="dcterms:W3CDTF">2026-04-21T01:06:35Z</dcterms:created>
  <dcterms:modified xsi:type="dcterms:W3CDTF">2026-04-23T13:21:19Z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0x01010014518A77E0904A4AA2385D6D5CC91772</vt:lpwstr>
  </property>
</Properties>
</file>